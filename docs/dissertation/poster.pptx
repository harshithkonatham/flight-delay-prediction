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6"/>
  </p:notesMasterIdLst>
  <p:handoutMasterIdLst>
    <p:handoutMasterId r:id="rId7"/>
  </p:handoutMasterIdLst>
  <p:sldIdLst>
    <p:sldId id="259" r:id="rId5"/>
  </p:sldIdLst>
  <p:sldSz cx="40233600" cy="40325675"/>
  <p:notesSz cx="6985000" cy="9283700"/>
  <p:defaultTextStyle>
    <a:defPPr>
      <a:defRPr lang="en-US"/>
    </a:defPPr>
    <a:lvl1pPr algn="l" rtl="0" eaLnBrk="0" fontAlgn="base" hangingPunct="0">
      <a:spcBef>
        <a:spcPct val="0"/>
      </a:spcBef>
      <a:spcAft>
        <a:spcPct val="0"/>
      </a:spcAft>
      <a:defRPr sz="22200" kern="1200">
        <a:solidFill>
          <a:schemeClr val="tx2"/>
        </a:solidFill>
        <a:latin typeface="Arial" panose="020B0604020202020204" pitchFamily="34" charset="0"/>
        <a:ea typeface="MS PGothic" panose="020B0600070205080204" pitchFamily="34" charset="-128"/>
        <a:cs typeface="+mn-cs"/>
      </a:defRPr>
    </a:lvl1pPr>
    <a:lvl2pPr marL="957263" indent="-500063" algn="l" rtl="0" eaLnBrk="0" fontAlgn="base" hangingPunct="0">
      <a:spcBef>
        <a:spcPct val="0"/>
      </a:spcBef>
      <a:spcAft>
        <a:spcPct val="0"/>
      </a:spcAft>
      <a:defRPr sz="22200" kern="1200">
        <a:solidFill>
          <a:schemeClr val="tx2"/>
        </a:solidFill>
        <a:latin typeface="Arial" panose="020B0604020202020204" pitchFamily="34" charset="0"/>
        <a:ea typeface="MS PGothic" panose="020B0600070205080204" pitchFamily="34" charset="-128"/>
        <a:cs typeface="+mn-cs"/>
      </a:defRPr>
    </a:lvl2pPr>
    <a:lvl3pPr marL="1914525" indent="-1000125" algn="l" rtl="0" eaLnBrk="0" fontAlgn="base" hangingPunct="0">
      <a:spcBef>
        <a:spcPct val="0"/>
      </a:spcBef>
      <a:spcAft>
        <a:spcPct val="0"/>
      </a:spcAft>
      <a:defRPr sz="22200" kern="1200">
        <a:solidFill>
          <a:schemeClr val="tx2"/>
        </a:solidFill>
        <a:latin typeface="Arial" panose="020B0604020202020204" pitchFamily="34" charset="0"/>
        <a:ea typeface="MS PGothic" panose="020B0600070205080204" pitchFamily="34" charset="-128"/>
        <a:cs typeface="+mn-cs"/>
      </a:defRPr>
    </a:lvl3pPr>
    <a:lvl4pPr marL="2873375" indent="-1501775" algn="l" rtl="0" eaLnBrk="0" fontAlgn="base" hangingPunct="0">
      <a:spcBef>
        <a:spcPct val="0"/>
      </a:spcBef>
      <a:spcAft>
        <a:spcPct val="0"/>
      </a:spcAft>
      <a:defRPr sz="22200" kern="1200">
        <a:solidFill>
          <a:schemeClr val="tx2"/>
        </a:solidFill>
        <a:latin typeface="Arial" panose="020B0604020202020204" pitchFamily="34" charset="0"/>
        <a:ea typeface="MS PGothic" panose="020B0600070205080204" pitchFamily="34" charset="-128"/>
        <a:cs typeface="+mn-cs"/>
      </a:defRPr>
    </a:lvl4pPr>
    <a:lvl5pPr marL="3830638" indent="-2001838" algn="l" rtl="0" eaLnBrk="0" fontAlgn="base" hangingPunct="0">
      <a:spcBef>
        <a:spcPct val="0"/>
      </a:spcBef>
      <a:spcAft>
        <a:spcPct val="0"/>
      </a:spcAft>
      <a:defRPr sz="22200" kern="1200">
        <a:solidFill>
          <a:schemeClr val="tx2"/>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2200" kern="1200">
        <a:solidFill>
          <a:schemeClr val="tx2"/>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2200" kern="1200">
        <a:solidFill>
          <a:schemeClr val="tx2"/>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2200" kern="1200">
        <a:solidFill>
          <a:schemeClr val="tx2"/>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2200" kern="1200">
        <a:solidFill>
          <a:schemeClr val="tx2"/>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2701">
          <p15:clr>
            <a:srgbClr val="A4A3A4"/>
          </p15:clr>
        </p15:guide>
        <p15:guide id="2" orient="horz" pos="25101">
          <p15:clr>
            <a:srgbClr val="A4A3A4"/>
          </p15:clr>
        </p15:guide>
        <p15:guide id="3" orient="horz" pos="4234">
          <p15:clr>
            <a:srgbClr val="A4A3A4"/>
          </p15:clr>
        </p15:guide>
        <p15:guide id="4" orient="horz" pos="303">
          <p15:clr>
            <a:srgbClr val="A4A3A4"/>
          </p15:clr>
        </p15:guide>
        <p15:guide id="5" orient="horz" pos="5746">
          <p15:clr>
            <a:srgbClr val="A4A3A4"/>
          </p15:clr>
        </p15:guide>
        <p15:guide id="6" orient="horz" pos="1058">
          <p15:clr>
            <a:srgbClr val="A4A3A4"/>
          </p15:clr>
        </p15:guide>
        <p15:guide id="7" orient="horz" pos="13054">
          <p15:clr>
            <a:srgbClr val="A4A3A4"/>
          </p15:clr>
        </p15:guide>
        <p15:guide id="8" pos="12672">
          <p15:clr>
            <a:srgbClr val="A4A3A4"/>
          </p15:clr>
        </p15:guide>
        <p15:guide id="9" pos="8184">
          <p15:clr>
            <a:srgbClr val="A4A3A4"/>
          </p15:clr>
        </p15:guide>
        <p15:guide id="10" pos="24499">
          <p15:clr>
            <a:srgbClr val="A4A3A4"/>
          </p15:clr>
        </p15:guide>
        <p15:guide id="11" pos="16632">
          <p15:clr>
            <a:srgbClr val="A4A3A4"/>
          </p15:clr>
        </p15:guide>
        <p15:guide id="12" pos="264">
          <p15:clr>
            <a:srgbClr val="A4A3A4"/>
          </p15:clr>
        </p15:guide>
        <p15:guide id="13" pos="17160">
          <p15:clr>
            <a:srgbClr val="A4A3A4"/>
          </p15:clr>
        </p15:guide>
        <p15:guide id="14" pos="8712">
          <p15:clr>
            <a:srgbClr val="A4A3A4"/>
          </p15:clr>
        </p15:guide>
        <p15:guide id="15" pos="250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EBFD"/>
    <a:srgbClr val="DEE8F4"/>
    <a:srgbClr val="0D0C0C"/>
    <a:srgbClr val="2163A1"/>
    <a:srgbClr val="B4D5E5"/>
    <a:srgbClr val="B6C7DA"/>
    <a:srgbClr val="0F7346"/>
    <a:srgbClr val="80C4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F9114F-FEBC-4FAF-90D5-B224EAFDAA99}" v="2" dt="2023-09-08T08:05:46.9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28" d="100"/>
          <a:sy n="28" d="100"/>
        </p:scale>
        <p:origin x="2430" y="126"/>
      </p:cViewPr>
      <p:guideLst>
        <p:guide orient="horz" pos="12701"/>
        <p:guide orient="horz" pos="25101"/>
        <p:guide orient="horz" pos="4234"/>
        <p:guide orient="horz" pos="303"/>
        <p:guide orient="horz" pos="5746"/>
        <p:guide orient="horz" pos="1058"/>
        <p:guide orient="horz" pos="13054"/>
        <p:guide pos="12672"/>
        <p:guide pos="8184"/>
        <p:guide pos="24499"/>
        <p:guide pos="16632"/>
        <p:guide pos="264"/>
        <p:guide pos="17160"/>
        <p:guide pos="8712"/>
        <p:guide pos="250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228600" cy="2286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46C1ACDD-F99C-450D-B1FA-4471C24148D9}"/>
              </a:ext>
            </a:extLst>
          </p:cNvPr>
          <p:cNvSpPr>
            <a:spLocks noGrp="1" noChangeArrowheads="1"/>
          </p:cNvSpPr>
          <p:nvPr>
            <p:ph type="hdr" sz="quarter"/>
          </p:nvPr>
        </p:nvSpPr>
        <p:spPr bwMode="auto">
          <a:xfrm>
            <a:off x="0" y="0"/>
            <a:ext cx="3027363" cy="465138"/>
          </a:xfrm>
          <a:prstGeom prst="rect">
            <a:avLst/>
          </a:prstGeom>
          <a:noFill/>
          <a:ln w="9525">
            <a:noFill/>
            <a:miter lim="800000"/>
            <a:headEnd/>
            <a:tailEnd/>
          </a:ln>
          <a:effectLst/>
        </p:spPr>
        <p:txBody>
          <a:bodyPr vert="horz" wrap="square" lIns="91791" tIns="45896" rIns="91791" bIns="45896" numCol="1" anchor="t" anchorCtr="0" compatLnSpc="1">
            <a:prstTxWarp prst="textNoShape">
              <a:avLst/>
            </a:prstTxWarp>
          </a:bodyPr>
          <a:lstStyle>
            <a:lvl1pPr algn="l" defTabSz="918106" eaLnBrk="1" hangingPunct="1">
              <a:defRPr sz="1200">
                <a:solidFill>
                  <a:schemeClr val="tx1"/>
                </a:solidFill>
                <a:latin typeface="Arial" charset="0"/>
                <a:ea typeface="ＭＳ Ｐゴシック" charset="0"/>
                <a:cs typeface="ＭＳ Ｐゴシック" charset="0"/>
              </a:defRPr>
            </a:lvl1pPr>
          </a:lstStyle>
          <a:p>
            <a:pPr>
              <a:defRPr/>
            </a:pPr>
            <a:endParaRPr lang="en-US"/>
          </a:p>
        </p:txBody>
      </p:sp>
      <p:sp>
        <p:nvSpPr>
          <p:cNvPr id="30723" name="Rectangle 3">
            <a:extLst>
              <a:ext uri="{FF2B5EF4-FFF2-40B4-BE49-F238E27FC236}">
                <a16:creationId xmlns:a16="http://schemas.microsoft.com/office/drawing/2014/main" id="{0C89E5A0-BBA9-4DC6-9F68-BA7E4A5A4A3D}"/>
              </a:ext>
            </a:extLst>
          </p:cNvPr>
          <p:cNvSpPr>
            <a:spLocks noGrp="1" noChangeArrowheads="1"/>
          </p:cNvSpPr>
          <p:nvPr>
            <p:ph type="dt" sz="quarter" idx="1"/>
          </p:nvPr>
        </p:nvSpPr>
        <p:spPr bwMode="auto">
          <a:xfrm>
            <a:off x="3956050" y="0"/>
            <a:ext cx="3027363" cy="465138"/>
          </a:xfrm>
          <a:prstGeom prst="rect">
            <a:avLst/>
          </a:prstGeom>
          <a:noFill/>
          <a:ln w="9525">
            <a:noFill/>
            <a:miter lim="800000"/>
            <a:headEnd/>
            <a:tailEnd/>
          </a:ln>
          <a:effectLst/>
        </p:spPr>
        <p:txBody>
          <a:bodyPr vert="horz" wrap="square" lIns="91791" tIns="45896" rIns="91791" bIns="45896" numCol="1" anchor="t" anchorCtr="0" compatLnSpc="1">
            <a:prstTxWarp prst="textNoShape">
              <a:avLst/>
            </a:prstTxWarp>
          </a:bodyPr>
          <a:lstStyle>
            <a:lvl1pPr algn="r" defTabSz="918106" eaLnBrk="1" hangingPunct="1">
              <a:defRPr sz="1200">
                <a:solidFill>
                  <a:schemeClr val="tx1"/>
                </a:solidFill>
                <a:latin typeface="Arial" charset="0"/>
                <a:ea typeface="ＭＳ Ｐゴシック" charset="0"/>
                <a:cs typeface="ＭＳ Ｐゴシック" charset="0"/>
              </a:defRPr>
            </a:lvl1pPr>
          </a:lstStyle>
          <a:p>
            <a:pPr>
              <a:defRPr/>
            </a:pPr>
            <a:endParaRPr lang="en-US"/>
          </a:p>
        </p:txBody>
      </p:sp>
      <p:sp>
        <p:nvSpPr>
          <p:cNvPr id="30724" name="Rectangle 4">
            <a:extLst>
              <a:ext uri="{FF2B5EF4-FFF2-40B4-BE49-F238E27FC236}">
                <a16:creationId xmlns:a16="http://schemas.microsoft.com/office/drawing/2014/main" id="{ECFF0061-B0A8-4C2D-8FE1-89D1C6410E97}"/>
              </a:ext>
            </a:extLst>
          </p:cNvPr>
          <p:cNvSpPr>
            <a:spLocks noGrp="1" noChangeArrowheads="1"/>
          </p:cNvSpPr>
          <p:nvPr>
            <p:ph type="ftr" sz="quarter" idx="2"/>
          </p:nvPr>
        </p:nvSpPr>
        <p:spPr bwMode="auto">
          <a:xfrm>
            <a:off x="0" y="8816975"/>
            <a:ext cx="3027363" cy="465138"/>
          </a:xfrm>
          <a:prstGeom prst="rect">
            <a:avLst/>
          </a:prstGeom>
          <a:noFill/>
          <a:ln w="9525">
            <a:noFill/>
            <a:miter lim="800000"/>
            <a:headEnd/>
            <a:tailEnd/>
          </a:ln>
          <a:effectLst/>
        </p:spPr>
        <p:txBody>
          <a:bodyPr vert="horz" wrap="square" lIns="91791" tIns="45896" rIns="91791" bIns="45896" numCol="1" anchor="b" anchorCtr="0" compatLnSpc="1">
            <a:prstTxWarp prst="textNoShape">
              <a:avLst/>
            </a:prstTxWarp>
          </a:bodyPr>
          <a:lstStyle>
            <a:lvl1pPr algn="l" defTabSz="918106" eaLnBrk="1" hangingPunct="1">
              <a:defRPr sz="1200">
                <a:solidFill>
                  <a:schemeClr val="tx1"/>
                </a:solidFill>
                <a:latin typeface="Arial" charset="0"/>
                <a:ea typeface="ＭＳ Ｐゴシック" charset="0"/>
                <a:cs typeface="ＭＳ Ｐゴシック" charset="0"/>
              </a:defRPr>
            </a:lvl1pPr>
          </a:lstStyle>
          <a:p>
            <a:pPr>
              <a:defRPr/>
            </a:pPr>
            <a:endParaRPr lang="en-US"/>
          </a:p>
        </p:txBody>
      </p:sp>
      <p:sp>
        <p:nvSpPr>
          <p:cNvPr id="30725" name="Rectangle 5">
            <a:extLst>
              <a:ext uri="{FF2B5EF4-FFF2-40B4-BE49-F238E27FC236}">
                <a16:creationId xmlns:a16="http://schemas.microsoft.com/office/drawing/2014/main" id="{F83F0511-AD10-4FEE-8D2F-1A227FF34F50}"/>
              </a:ext>
            </a:extLst>
          </p:cNvPr>
          <p:cNvSpPr>
            <a:spLocks noGrp="1" noChangeArrowheads="1"/>
          </p:cNvSpPr>
          <p:nvPr>
            <p:ph type="sldNum" sz="quarter" idx="3"/>
          </p:nvPr>
        </p:nvSpPr>
        <p:spPr bwMode="auto">
          <a:xfrm>
            <a:off x="3956050" y="8816975"/>
            <a:ext cx="3027363" cy="465138"/>
          </a:xfrm>
          <a:prstGeom prst="rect">
            <a:avLst/>
          </a:prstGeom>
          <a:noFill/>
          <a:ln w="9525">
            <a:noFill/>
            <a:miter lim="800000"/>
            <a:headEnd/>
            <a:tailEnd/>
          </a:ln>
          <a:effectLst/>
        </p:spPr>
        <p:txBody>
          <a:bodyPr vert="horz" wrap="square" lIns="91791" tIns="45896" rIns="91791" bIns="45896" numCol="1" anchor="b" anchorCtr="0" compatLnSpc="1">
            <a:prstTxWarp prst="textNoShape">
              <a:avLst/>
            </a:prstTxWarp>
          </a:bodyPr>
          <a:lstStyle>
            <a:lvl1pPr algn="r" defTabSz="917575" eaLnBrk="1" hangingPunct="1">
              <a:defRPr sz="1200">
                <a:solidFill>
                  <a:schemeClr val="tx1"/>
                </a:solidFill>
              </a:defRPr>
            </a:lvl1pPr>
          </a:lstStyle>
          <a:p>
            <a:fld id="{0CE8235C-27EA-4177-889A-0391F6797F49}" type="slidenum">
              <a:rPr lang="en-US" altLang="en-US"/>
              <a:pPr/>
              <a:t>‹#›</a:t>
            </a:fld>
            <a:endParaRPr lang="en-US" altLang="en-US"/>
          </a:p>
        </p:txBody>
      </p:sp>
    </p:spTree>
    <p:extLst>
      <p:ext uri="{BB962C8B-B14F-4D97-AF65-F5344CB8AC3E}">
        <p14:creationId xmlns:p14="http://schemas.microsoft.com/office/powerpoint/2010/main" val="5326012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C02308E6-0989-48C1-AD32-73EC7CFF1425}"/>
              </a:ext>
            </a:extLst>
          </p:cNvPr>
          <p:cNvSpPr>
            <a:spLocks noGrp="1" noChangeArrowheads="1"/>
          </p:cNvSpPr>
          <p:nvPr>
            <p:ph type="hdr" sz="quarter"/>
          </p:nvPr>
        </p:nvSpPr>
        <p:spPr bwMode="auto">
          <a:xfrm>
            <a:off x="0" y="0"/>
            <a:ext cx="3027363" cy="465138"/>
          </a:xfrm>
          <a:prstGeom prst="rect">
            <a:avLst/>
          </a:prstGeom>
          <a:noFill/>
          <a:ln w="9525">
            <a:noFill/>
            <a:miter lim="800000"/>
            <a:headEnd/>
            <a:tailEnd/>
          </a:ln>
          <a:effectLst/>
        </p:spPr>
        <p:txBody>
          <a:bodyPr vert="horz" wrap="square" lIns="91791" tIns="45896" rIns="91791" bIns="45896" numCol="1" anchor="t" anchorCtr="0" compatLnSpc="1">
            <a:prstTxWarp prst="textNoShape">
              <a:avLst/>
            </a:prstTxWarp>
          </a:bodyPr>
          <a:lstStyle>
            <a:lvl1pPr algn="l" defTabSz="918106" eaLnBrk="1" hangingPunct="1">
              <a:defRPr sz="1200">
                <a:solidFill>
                  <a:schemeClr val="tx1"/>
                </a:solidFill>
                <a:latin typeface="Arial" charset="0"/>
                <a:ea typeface="ＭＳ Ｐゴシック" charset="0"/>
                <a:cs typeface="ＭＳ Ｐゴシック" charset="0"/>
              </a:defRPr>
            </a:lvl1pPr>
          </a:lstStyle>
          <a:p>
            <a:pPr>
              <a:defRPr/>
            </a:pPr>
            <a:endParaRPr lang="en-US"/>
          </a:p>
        </p:txBody>
      </p:sp>
      <p:sp>
        <p:nvSpPr>
          <p:cNvPr id="29699" name="Rectangle 3">
            <a:extLst>
              <a:ext uri="{FF2B5EF4-FFF2-40B4-BE49-F238E27FC236}">
                <a16:creationId xmlns:a16="http://schemas.microsoft.com/office/drawing/2014/main" id="{70687D6E-E8C9-446E-8E19-49DEA53D65CA}"/>
              </a:ext>
            </a:extLst>
          </p:cNvPr>
          <p:cNvSpPr>
            <a:spLocks noGrp="1" noChangeArrowheads="1"/>
          </p:cNvSpPr>
          <p:nvPr>
            <p:ph type="dt" idx="1"/>
          </p:nvPr>
        </p:nvSpPr>
        <p:spPr bwMode="auto">
          <a:xfrm>
            <a:off x="3956050" y="0"/>
            <a:ext cx="3027363" cy="465138"/>
          </a:xfrm>
          <a:prstGeom prst="rect">
            <a:avLst/>
          </a:prstGeom>
          <a:noFill/>
          <a:ln w="9525">
            <a:noFill/>
            <a:miter lim="800000"/>
            <a:headEnd/>
            <a:tailEnd/>
          </a:ln>
          <a:effectLst/>
        </p:spPr>
        <p:txBody>
          <a:bodyPr vert="horz" wrap="square" lIns="91791" tIns="45896" rIns="91791" bIns="45896" numCol="1" anchor="t" anchorCtr="0" compatLnSpc="1">
            <a:prstTxWarp prst="textNoShape">
              <a:avLst/>
            </a:prstTxWarp>
          </a:bodyPr>
          <a:lstStyle>
            <a:lvl1pPr algn="r" defTabSz="918106" eaLnBrk="1" hangingPunct="1">
              <a:defRPr sz="1200">
                <a:solidFill>
                  <a:schemeClr val="tx1"/>
                </a:solidFill>
                <a:latin typeface="Arial" charset="0"/>
                <a:ea typeface="ＭＳ Ｐゴシック" charset="0"/>
                <a:cs typeface="ＭＳ Ｐゴシック" charset="0"/>
              </a:defRPr>
            </a:lvl1pPr>
          </a:lstStyle>
          <a:p>
            <a:pPr>
              <a:defRPr/>
            </a:pPr>
            <a:endParaRPr lang="en-US"/>
          </a:p>
        </p:txBody>
      </p:sp>
      <p:sp>
        <p:nvSpPr>
          <p:cNvPr id="2052" name="Rectangle 4">
            <a:extLst>
              <a:ext uri="{FF2B5EF4-FFF2-40B4-BE49-F238E27FC236}">
                <a16:creationId xmlns:a16="http://schemas.microsoft.com/office/drawing/2014/main" id="{444A62E4-0EA7-4235-9E5C-E37F773181AD}"/>
              </a:ext>
            </a:extLst>
          </p:cNvPr>
          <p:cNvSpPr>
            <a:spLocks noGrp="1" noRot="1" noChangeAspect="1" noChangeArrowheads="1" noTextEdit="1"/>
          </p:cNvSpPr>
          <p:nvPr>
            <p:ph type="sldImg" idx="2"/>
          </p:nvPr>
        </p:nvSpPr>
        <p:spPr bwMode="auto">
          <a:xfrm>
            <a:off x="1758950" y="696913"/>
            <a:ext cx="3468688" cy="3479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01" name="Rectangle 5">
            <a:extLst>
              <a:ext uri="{FF2B5EF4-FFF2-40B4-BE49-F238E27FC236}">
                <a16:creationId xmlns:a16="http://schemas.microsoft.com/office/drawing/2014/main" id="{288ABF3A-0FD2-4BDB-8956-799E3310E3A5}"/>
              </a:ext>
            </a:extLst>
          </p:cNvPr>
          <p:cNvSpPr>
            <a:spLocks noGrp="1" noChangeArrowheads="1"/>
          </p:cNvSpPr>
          <p:nvPr>
            <p:ph type="body" sz="quarter" idx="3"/>
          </p:nvPr>
        </p:nvSpPr>
        <p:spPr bwMode="auto">
          <a:xfrm>
            <a:off x="698500" y="4410075"/>
            <a:ext cx="5588000" cy="4176713"/>
          </a:xfrm>
          <a:prstGeom prst="rect">
            <a:avLst/>
          </a:prstGeom>
          <a:noFill/>
          <a:ln w="9525">
            <a:noFill/>
            <a:miter lim="800000"/>
            <a:headEnd/>
            <a:tailEnd/>
          </a:ln>
          <a:effectLst/>
        </p:spPr>
        <p:txBody>
          <a:bodyPr vert="horz" wrap="square" lIns="91791" tIns="45896" rIns="91791" bIns="4589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702" name="Rectangle 6">
            <a:extLst>
              <a:ext uri="{FF2B5EF4-FFF2-40B4-BE49-F238E27FC236}">
                <a16:creationId xmlns:a16="http://schemas.microsoft.com/office/drawing/2014/main" id="{F5F40BC8-028C-4EAE-A629-BAD4B1FD4FE6}"/>
              </a:ext>
            </a:extLst>
          </p:cNvPr>
          <p:cNvSpPr>
            <a:spLocks noGrp="1" noChangeArrowheads="1"/>
          </p:cNvSpPr>
          <p:nvPr>
            <p:ph type="ftr" sz="quarter" idx="4"/>
          </p:nvPr>
        </p:nvSpPr>
        <p:spPr bwMode="auto">
          <a:xfrm>
            <a:off x="0" y="8816975"/>
            <a:ext cx="3027363" cy="465138"/>
          </a:xfrm>
          <a:prstGeom prst="rect">
            <a:avLst/>
          </a:prstGeom>
          <a:noFill/>
          <a:ln w="9525">
            <a:noFill/>
            <a:miter lim="800000"/>
            <a:headEnd/>
            <a:tailEnd/>
          </a:ln>
          <a:effectLst/>
        </p:spPr>
        <p:txBody>
          <a:bodyPr vert="horz" wrap="square" lIns="91791" tIns="45896" rIns="91791" bIns="45896" numCol="1" anchor="b" anchorCtr="0" compatLnSpc="1">
            <a:prstTxWarp prst="textNoShape">
              <a:avLst/>
            </a:prstTxWarp>
          </a:bodyPr>
          <a:lstStyle>
            <a:lvl1pPr algn="l" defTabSz="918106" eaLnBrk="1" hangingPunct="1">
              <a:defRPr sz="1200">
                <a:solidFill>
                  <a:schemeClr val="tx1"/>
                </a:solidFill>
                <a:latin typeface="Arial" charset="0"/>
                <a:ea typeface="ＭＳ Ｐゴシック" charset="0"/>
                <a:cs typeface="ＭＳ Ｐゴシック" charset="0"/>
              </a:defRPr>
            </a:lvl1pPr>
          </a:lstStyle>
          <a:p>
            <a:pPr>
              <a:defRPr/>
            </a:pPr>
            <a:endParaRPr lang="en-US"/>
          </a:p>
        </p:txBody>
      </p:sp>
      <p:sp>
        <p:nvSpPr>
          <p:cNvPr id="29703" name="Rectangle 7">
            <a:extLst>
              <a:ext uri="{FF2B5EF4-FFF2-40B4-BE49-F238E27FC236}">
                <a16:creationId xmlns:a16="http://schemas.microsoft.com/office/drawing/2014/main" id="{2139A77C-2093-4EDB-9CA2-F67B684E3BB0}"/>
              </a:ext>
            </a:extLst>
          </p:cNvPr>
          <p:cNvSpPr>
            <a:spLocks noGrp="1" noChangeArrowheads="1"/>
          </p:cNvSpPr>
          <p:nvPr>
            <p:ph type="sldNum" sz="quarter" idx="5"/>
          </p:nvPr>
        </p:nvSpPr>
        <p:spPr bwMode="auto">
          <a:xfrm>
            <a:off x="3956050" y="8816975"/>
            <a:ext cx="3027363" cy="465138"/>
          </a:xfrm>
          <a:prstGeom prst="rect">
            <a:avLst/>
          </a:prstGeom>
          <a:noFill/>
          <a:ln w="9525">
            <a:noFill/>
            <a:miter lim="800000"/>
            <a:headEnd/>
            <a:tailEnd/>
          </a:ln>
          <a:effectLst/>
        </p:spPr>
        <p:txBody>
          <a:bodyPr vert="horz" wrap="square" lIns="91791" tIns="45896" rIns="91791" bIns="45896" numCol="1" anchor="b" anchorCtr="0" compatLnSpc="1">
            <a:prstTxWarp prst="textNoShape">
              <a:avLst/>
            </a:prstTxWarp>
          </a:bodyPr>
          <a:lstStyle>
            <a:lvl1pPr algn="r" defTabSz="917575" eaLnBrk="1" hangingPunct="1">
              <a:defRPr sz="1200">
                <a:solidFill>
                  <a:schemeClr val="tx1"/>
                </a:solidFill>
              </a:defRPr>
            </a:lvl1pPr>
          </a:lstStyle>
          <a:p>
            <a:fld id="{7FDB2227-5439-42BF-9180-5F635B147160}" type="slidenum">
              <a:rPr lang="en-US" altLang="en-US"/>
              <a:pPr/>
              <a:t>‹#›</a:t>
            </a:fld>
            <a:endParaRPr lang="en-US" altLang="en-US"/>
          </a:p>
        </p:txBody>
      </p:sp>
    </p:spTree>
    <p:extLst>
      <p:ext uri="{BB962C8B-B14F-4D97-AF65-F5344CB8AC3E}">
        <p14:creationId xmlns:p14="http://schemas.microsoft.com/office/powerpoint/2010/main" val="382347671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2500" kern="1200">
        <a:solidFill>
          <a:schemeClr val="tx1"/>
        </a:solidFill>
        <a:latin typeface="Arial" pitchFamily="-65" charset="0"/>
        <a:ea typeface="MS PGothic" panose="020B0600070205080204" pitchFamily="34" charset="-128"/>
        <a:cs typeface="ＭＳ Ｐゴシック" charset="0"/>
      </a:defRPr>
    </a:lvl1pPr>
    <a:lvl2pPr marL="957263" algn="l" rtl="0" eaLnBrk="0" fontAlgn="base" hangingPunct="0">
      <a:spcBef>
        <a:spcPct val="30000"/>
      </a:spcBef>
      <a:spcAft>
        <a:spcPct val="0"/>
      </a:spcAft>
      <a:defRPr sz="2500" kern="1200">
        <a:solidFill>
          <a:schemeClr val="tx1"/>
        </a:solidFill>
        <a:latin typeface="Arial" pitchFamily="-65" charset="0"/>
        <a:ea typeface="MS PGothic" panose="020B0600070205080204" pitchFamily="34" charset="-128"/>
        <a:cs typeface="+mn-cs"/>
      </a:defRPr>
    </a:lvl2pPr>
    <a:lvl3pPr marL="1914525" algn="l" rtl="0" eaLnBrk="0" fontAlgn="base" hangingPunct="0">
      <a:spcBef>
        <a:spcPct val="30000"/>
      </a:spcBef>
      <a:spcAft>
        <a:spcPct val="0"/>
      </a:spcAft>
      <a:defRPr sz="2500" kern="1200">
        <a:solidFill>
          <a:schemeClr val="tx1"/>
        </a:solidFill>
        <a:latin typeface="Arial" pitchFamily="-65" charset="0"/>
        <a:ea typeface="MS PGothic" panose="020B0600070205080204" pitchFamily="34" charset="-128"/>
        <a:cs typeface="+mn-cs"/>
      </a:defRPr>
    </a:lvl3pPr>
    <a:lvl4pPr marL="2873375" algn="l" rtl="0" eaLnBrk="0" fontAlgn="base" hangingPunct="0">
      <a:spcBef>
        <a:spcPct val="30000"/>
      </a:spcBef>
      <a:spcAft>
        <a:spcPct val="0"/>
      </a:spcAft>
      <a:defRPr sz="2500" kern="1200">
        <a:solidFill>
          <a:schemeClr val="tx1"/>
        </a:solidFill>
        <a:latin typeface="Arial" pitchFamily="-65" charset="0"/>
        <a:ea typeface="MS PGothic" panose="020B0600070205080204" pitchFamily="34" charset="-128"/>
        <a:cs typeface="+mn-cs"/>
      </a:defRPr>
    </a:lvl4pPr>
    <a:lvl5pPr marL="3830638" algn="l" rtl="0" eaLnBrk="0" fontAlgn="base" hangingPunct="0">
      <a:spcBef>
        <a:spcPct val="30000"/>
      </a:spcBef>
      <a:spcAft>
        <a:spcPct val="0"/>
      </a:spcAft>
      <a:defRPr sz="2500" kern="1200">
        <a:solidFill>
          <a:schemeClr val="tx1"/>
        </a:solidFill>
        <a:latin typeface="Arial" pitchFamily="-65" charset="0"/>
        <a:ea typeface="MS PGothic" panose="020B0600070205080204" pitchFamily="34" charset="-128"/>
        <a:cs typeface="+mn-cs"/>
      </a:defRPr>
    </a:lvl5pPr>
    <a:lvl6pPr marL="4789627" algn="l" defTabSz="957925" rtl="0" eaLnBrk="1" latinLnBrk="0" hangingPunct="1">
      <a:defRPr sz="2500" kern="1200">
        <a:solidFill>
          <a:schemeClr val="tx1"/>
        </a:solidFill>
        <a:latin typeface="+mn-lt"/>
        <a:ea typeface="+mn-ea"/>
        <a:cs typeface="+mn-cs"/>
      </a:defRPr>
    </a:lvl6pPr>
    <a:lvl7pPr marL="5747553" algn="l" defTabSz="957925" rtl="0" eaLnBrk="1" latinLnBrk="0" hangingPunct="1">
      <a:defRPr sz="2500" kern="1200">
        <a:solidFill>
          <a:schemeClr val="tx1"/>
        </a:solidFill>
        <a:latin typeface="+mn-lt"/>
        <a:ea typeface="+mn-ea"/>
        <a:cs typeface="+mn-cs"/>
      </a:defRPr>
    </a:lvl7pPr>
    <a:lvl8pPr marL="6705478" algn="l" defTabSz="957925" rtl="0" eaLnBrk="1" latinLnBrk="0" hangingPunct="1">
      <a:defRPr sz="2500" kern="1200">
        <a:solidFill>
          <a:schemeClr val="tx1"/>
        </a:solidFill>
        <a:latin typeface="+mn-lt"/>
        <a:ea typeface="+mn-ea"/>
        <a:cs typeface="+mn-cs"/>
      </a:defRPr>
    </a:lvl8pPr>
    <a:lvl9pPr marL="7663404" algn="l" defTabSz="957925" rtl="0" eaLnBrk="1" latinLnBrk="0" hangingPunct="1">
      <a:defRPr sz="25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DB2227-5439-42BF-9180-5F635B147160}" type="slidenum">
              <a:rPr lang="en-US" altLang="en-US" smtClean="0"/>
              <a:pPr/>
              <a:t>1</a:t>
            </a:fld>
            <a:endParaRPr lang="en-US" altLang="en-US"/>
          </a:p>
        </p:txBody>
      </p:sp>
    </p:spTree>
    <p:extLst>
      <p:ext uri="{BB962C8B-B14F-4D97-AF65-F5344CB8AC3E}">
        <p14:creationId xmlns:p14="http://schemas.microsoft.com/office/powerpoint/2010/main" val="17231310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18107" y="12527896"/>
            <a:ext cx="34197394" cy="8642327"/>
          </a:xfrm>
          <a:prstGeom prst="rect">
            <a:avLst/>
          </a:prstGeom>
        </p:spPr>
        <p:txBody>
          <a:bodyPr vert="horz" lIns="191585" tIns="95793" rIns="191585" bIns="95793"/>
          <a:lstStyle/>
          <a:p>
            <a:r>
              <a:rPr lang="en-US"/>
              <a:t>Click to edit Master title style</a:t>
            </a:r>
          </a:p>
        </p:txBody>
      </p:sp>
      <p:sp>
        <p:nvSpPr>
          <p:cNvPr id="3" name="Subtitle 2"/>
          <p:cNvSpPr>
            <a:spLocks noGrp="1"/>
          </p:cNvSpPr>
          <p:nvPr>
            <p:ph type="subTitle" idx="1"/>
          </p:nvPr>
        </p:nvSpPr>
        <p:spPr>
          <a:xfrm>
            <a:off x="6036210" y="22850457"/>
            <a:ext cx="28161195" cy="10307007"/>
          </a:xfrm>
          <a:prstGeom prst="rect">
            <a:avLst/>
          </a:prstGeom>
        </p:spPr>
        <p:txBody>
          <a:bodyPr vert="horz" lIns="191585" tIns="95793" rIns="191585" bIns="95793"/>
          <a:lstStyle>
            <a:lvl1pPr marL="0" indent="0" algn="ctr">
              <a:buNone/>
              <a:defRPr/>
            </a:lvl1pPr>
            <a:lvl2pPr marL="957925" indent="0" algn="ctr">
              <a:buNone/>
              <a:defRPr/>
            </a:lvl2pPr>
            <a:lvl3pPr marL="1915851" indent="0" algn="ctr">
              <a:buNone/>
              <a:defRPr/>
            </a:lvl3pPr>
            <a:lvl4pPr marL="2873776" indent="0" algn="ctr">
              <a:buNone/>
              <a:defRPr/>
            </a:lvl4pPr>
            <a:lvl5pPr marL="3831702" indent="0" algn="ctr">
              <a:buNone/>
              <a:defRPr/>
            </a:lvl5pPr>
            <a:lvl6pPr marL="4789627" indent="0" algn="ctr">
              <a:buNone/>
              <a:defRPr/>
            </a:lvl6pPr>
            <a:lvl7pPr marL="5747553" indent="0" algn="ctr">
              <a:buNone/>
              <a:defRPr/>
            </a:lvl7pPr>
            <a:lvl8pPr marL="6705478" indent="0" algn="ctr">
              <a:buNone/>
              <a:defRPr/>
            </a:lvl8pPr>
            <a:lvl9pPr marL="7663404" indent="0" algn="ctr">
              <a:buNone/>
              <a:defRPr/>
            </a:lvl9pPr>
          </a:lstStyle>
          <a:p>
            <a:r>
              <a:rPr lang="en-US"/>
              <a:t>Click to edit Master subtitle style</a:t>
            </a:r>
          </a:p>
        </p:txBody>
      </p:sp>
    </p:spTree>
    <p:extLst>
      <p:ext uri="{BB962C8B-B14F-4D97-AF65-F5344CB8AC3E}">
        <p14:creationId xmlns:p14="http://schemas.microsoft.com/office/powerpoint/2010/main" val="1130855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11101" y="1614116"/>
            <a:ext cx="36211406" cy="6720946"/>
          </a:xfrm>
          <a:prstGeom prst="rect">
            <a:avLst/>
          </a:prstGeom>
        </p:spPr>
        <p:txBody>
          <a:bodyPr vert="horz" lIns="191585" tIns="95793" rIns="191585" bIns="95793"/>
          <a:lstStyle/>
          <a:p>
            <a:r>
              <a:rPr lang="en-US"/>
              <a:t>Click to edit Master title style</a:t>
            </a:r>
          </a:p>
        </p:txBody>
      </p:sp>
      <p:sp>
        <p:nvSpPr>
          <p:cNvPr id="3" name="Content Placeholder 2"/>
          <p:cNvSpPr>
            <a:spLocks noGrp="1"/>
          </p:cNvSpPr>
          <p:nvPr>
            <p:ph idx="1"/>
          </p:nvPr>
        </p:nvSpPr>
        <p:spPr>
          <a:xfrm>
            <a:off x="2011101" y="9408548"/>
            <a:ext cx="36211406" cy="26615412"/>
          </a:xfrm>
          <a:prstGeom prst="rect">
            <a:avLst/>
          </a:prstGeom>
        </p:spPr>
        <p:txBody>
          <a:bodyPr vert="horz" lIns="191585" tIns="95793" rIns="191585" bIns="9579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5338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78179" y="25911429"/>
            <a:ext cx="34197394" cy="8012239"/>
          </a:xfrm>
          <a:prstGeom prst="rect">
            <a:avLst/>
          </a:prstGeom>
        </p:spPr>
        <p:txBody>
          <a:bodyPr vert="horz" lIns="191585" tIns="95793" rIns="191585" bIns="95793" anchor="t"/>
          <a:lstStyle>
            <a:lvl1pPr algn="l">
              <a:defRPr sz="8400" b="1" cap="all"/>
            </a:lvl1pPr>
          </a:lstStyle>
          <a:p>
            <a:r>
              <a:rPr lang="en-US"/>
              <a:t>Click to edit Master title style</a:t>
            </a:r>
          </a:p>
        </p:txBody>
      </p:sp>
      <p:sp>
        <p:nvSpPr>
          <p:cNvPr id="3" name="Text Placeholder 2"/>
          <p:cNvSpPr>
            <a:spLocks noGrp="1"/>
          </p:cNvSpPr>
          <p:nvPr>
            <p:ph type="body" idx="1"/>
          </p:nvPr>
        </p:nvSpPr>
        <p:spPr>
          <a:xfrm>
            <a:off x="3178179" y="17090190"/>
            <a:ext cx="34197394" cy="8821241"/>
          </a:xfrm>
          <a:prstGeom prst="rect">
            <a:avLst/>
          </a:prstGeom>
        </p:spPr>
        <p:txBody>
          <a:bodyPr vert="horz" lIns="191585" tIns="95793" rIns="191585" bIns="95793" anchor="b"/>
          <a:lstStyle>
            <a:lvl1pPr marL="0" indent="0">
              <a:buNone/>
              <a:defRPr sz="4200"/>
            </a:lvl1pPr>
            <a:lvl2pPr marL="957925" indent="0">
              <a:buNone/>
              <a:defRPr sz="3800"/>
            </a:lvl2pPr>
            <a:lvl3pPr marL="1915851" indent="0">
              <a:buNone/>
              <a:defRPr sz="3400"/>
            </a:lvl3pPr>
            <a:lvl4pPr marL="2873776" indent="0">
              <a:buNone/>
              <a:defRPr sz="2900"/>
            </a:lvl4pPr>
            <a:lvl5pPr marL="3831702" indent="0">
              <a:buNone/>
              <a:defRPr sz="2900"/>
            </a:lvl5pPr>
            <a:lvl6pPr marL="4789627" indent="0">
              <a:buNone/>
              <a:defRPr sz="2900"/>
            </a:lvl6pPr>
            <a:lvl7pPr marL="5747553" indent="0">
              <a:buNone/>
              <a:defRPr sz="2900"/>
            </a:lvl7pPr>
            <a:lvl8pPr marL="6705478" indent="0">
              <a:buNone/>
              <a:defRPr sz="2900"/>
            </a:lvl8pPr>
            <a:lvl9pPr marL="7663404" indent="0">
              <a:buNone/>
              <a:defRPr sz="2900"/>
            </a:lvl9pPr>
          </a:lstStyle>
          <a:p>
            <a:pPr lvl="0"/>
            <a:r>
              <a:rPr lang="en-US"/>
              <a:t>Click to edit Master text styles</a:t>
            </a:r>
          </a:p>
        </p:txBody>
      </p:sp>
    </p:spTree>
    <p:extLst>
      <p:ext uri="{BB962C8B-B14F-4D97-AF65-F5344CB8AC3E}">
        <p14:creationId xmlns:p14="http://schemas.microsoft.com/office/powerpoint/2010/main" val="2971093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011101" y="1614116"/>
            <a:ext cx="36211406" cy="6720946"/>
          </a:xfrm>
          <a:prstGeom prst="rect">
            <a:avLst/>
          </a:prstGeom>
        </p:spPr>
        <p:txBody>
          <a:bodyPr vert="horz" lIns="191585" tIns="95793" rIns="191585" bIns="95793"/>
          <a:lstStyle/>
          <a:p>
            <a:r>
              <a:rPr lang="en-US"/>
              <a:t>Click to edit Master title style</a:t>
            </a:r>
          </a:p>
        </p:txBody>
      </p:sp>
      <p:sp>
        <p:nvSpPr>
          <p:cNvPr id="3" name="Content Placeholder 2"/>
          <p:cNvSpPr>
            <a:spLocks noGrp="1"/>
          </p:cNvSpPr>
          <p:nvPr>
            <p:ph sz="half" idx="1"/>
          </p:nvPr>
        </p:nvSpPr>
        <p:spPr>
          <a:xfrm>
            <a:off x="2011108" y="9408548"/>
            <a:ext cx="17966001" cy="26615412"/>
          </a:xfrm>
          <a:prstGeom prst="rect">
            <a:avLst/>
          </a:prstGeom>
        </p:spPr>
        <p:txBody>
          <a:bodyPr vert="horz" lIns="191585" tIns="95793" rIns="191585" bIns="95793"/>
          <a:lstStyle>
            <a:lvl1pPr>
              <a:defRPr sz="5900"/>
            </a:lvl1pPr>
            <a:lvl2pPr>
              <a:defRPr sz="5000"/>
            </a:lvl2pPr>
            <a:lvl3pPr>
              <a:defRPr sz="4200"/>
            </a:lvl3pPr>
            <a:lvl4pPr>
              <a:defRPr sz="3800"/>
            </a:lvl4pPr>
            <a:lvl5pPr>
              <a:defRPr sz="3800"/>
            </a:lvl5pPr>
            <a:lvl6pPr>
              <a:defRPr sz="3800"/>
            </a:lvl6pPr>
            <a:lvl7pPr>
              <a:defRPr sz="3800"/>
            </a:lvl7pPr>
            <a:lvl8pPr>
              <a:defRPr sz="3800"/>
            </a:lvl8pPr>
            <a:lvl9pPr>
              <a:defRPr sz="3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0256502" y="9408548"/>
            <a:ext cx="17966003" cy="26615412"/>
          </a:xfrm>
          <a:prstGeom prst="rect">
            <a:avLst/>
          </a:prstGeom>
        </p:spPr>
        <p:txBody>
          <a:bodyPr vert="horz" lIns="191585" tIns="95793" rIns="191585" bIns="95793"/>
          <a:lstStyle>
            <a:lvl1pPr>
              <a:defRPr sz="5900"/>
            </a:lvl1pPr>
            <a:lvl2pPr>
              <a:defRPr sz="5000"/>
            </a:lvl2pPr>
            <a:lvl3pPr>
              <a:defRPr sz="4200"/>
            </a:lvl3pPr>
            <a:lvl4pPr>
              <a:defRPr sz="3800"/>
            </a:lvl4pPr>
            <a:lvl5pPr>
              <a:defRPr sz="3800"/>
            </a:lvl5pPr>
            <a:lvl6pPr>
              <a:defRPr sz="3800"/>
            </a:lvl6pPr>
            <a:lvl7pPr>
              <a:defRPr sz="3800"/>
            </a:lvl7pPr>
            <a:lvl8pPr>
              <a:defRPr sz="3800"/>
            </a:lvl8pPr>
            <a:lvl9pPr>
              <a:defRPr sz="3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291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11101" y="1614116"/>
            <a:ext cx="36211406" cy="6720946"/>
          </a:xfrm>
          <a:prstGeom prst="rect">
            <a:avLst/>
          </a:prstGeom>
        </p:spPr>
        <p:txBody>
          <a:bodyPr vert="horz" lIns="191585" tIns="95793" rIns="191585" bIns="95793"/>
          <a:lstStyle>
            <a:lvl1pPr>
              <a:defRPr/>
            </a:lvl1pPr>
          </a:lstStyle>
          <a:p>
            <a:r>
              <a:rPr lang="en-US"/>
              <a:t>Click to edit Master title style</a:t>
            </a:r>
          </a:p>
        </p:txBody>
      </p:sp>
      <p:sp>
        <p:nvSpPr>
          <p:cNvPr id="3" name="Text Placeholder 2"/>
          <p:cNvSpPr>
            <a:spLocks noGrp="1"/>
          </p:cNvSpPr>
          <p:nvPr>
            <p:ph type="body" idx="1"/>
          </p:nvPr>
        </p:nvSpPr>
        <p:spPr>
          <a:xfrm>
            <a:off x="2011105" y="9027383"/>
            <a:ext cx="17776825" cy="3761084"/>
          </a:xfrm>
          <a:prstGeom prst="rect">
            <a:avLst/>
          </a:prstGeom>
        </p:spPr>
        <p:txBody>
          <a:bodyPr vert="horz" lIns="191585" tIns="95793" rIns="191585" bIns="95793" anchor="b"/>
          <a:lstStyle>
            <a:lvl1pPr marL="0" indent="0">
              <a:buNone/>
              <a:defRPr sz="5000" b="1"/>
            </a:lvl1pPr>
            <a:lvl2pPr marL="957925" indent="0">
              <a:buNone/>
              <a:defRPr sz="4200" b="1"/>
            </a:lvl2pPr>
            <a:lvl3pPr marL="1915851" indent="0">
              <a:buNone/>
              <a:defRPr sz="3800" b="1"/>
            </a:lvl3pPr>
            <a:lvl4pPr marL="2873776" indent="0">
              <a:buNone/>
              <a:defRPr sz="3400" b="1"/>
            </a:lvl4pPr>
            <a:lvl5pPr marL="3831702" indent="0">
              <a:buNone/>
              <a:defRPr sz="3400" b="1"/>
            </a:lvl5pPr>
            <a:lvl6pPr marL="4789627" indent="0">
              <a:buNone/>
              <a:defRPr sz="3400" b="1"/>
            </a:lvl6pPr>
            <a:lvl7pPr marL="5747553" indent="0">
              <a:buNone/>
              <a:defRPr sz="3400" b="1"/>
            </a:lvl7pPr>
            <a:lvl8pPr marL="6705478" indent="0">
              <a:buNone/>
              <a:defRPr sz="3400" b="1"/>
            </a:lvl8pPr>
            <a:lvl9pPr marL="7663404" indent="0">
              <a:buNone/>
              <a:defRPr sz="3400" b="1"/>
            </a:lvl9pPr>
          </a:lstStyle>
          <a:p>
            <a:pPr lvl="0"/>
            <a:r>
              <a:rPr lang="en-US"/>
              <a:t>Click to edit Master text styles</a:t>
            </a:r>
          </a:p>
        </p:txBody>
      </p:sp>
      <p:sp>
        <p:nvSpPr>
          <p:cNvPr id="4" name="Content Placeholder 3"/>
          <p:cNvSpPr>
            <a:spLocks noGrp="1"/>
          </p:cNvSpPr>
          <p:nvPr>
            <p:ph sz="half" idx="2"/>
          </p:nvPr>
        </p:nvSpPr>
        <p:spPr>
          <a:xfrm>
            <a:off x="2011105" y="12788475"/>
            <a:ext cx="17776825" cy="23235492"/>
          </a:xfrm>
          <a:prstGeom prst="rect">
            <a:avLst/>
          </a:prstGeom>
        </p:spPr>
        <p:txBody>
          <a:bodyPr vert="horz" lIns="191585" tIns="95793" rIns="191585" bIns="95793"/>
          <a:lstStyle>
            <a:lvl1pPr>
              <a:defRPr sz="5000"/>
            </a:lvl1pPr>
            <a:lvl2pPr>
              <a:defRPr sz="4200"/>
            </a:lvl2pPr>
            <a:lvl3pPr>
              <a:defRPr sz="3800"/>
            </a:lvl3pPr>
            <a:lvl4pPr>
              <a:defRPr sz="3400"/>
            </a:lvl4pPr>
            <a:lvl5pPr>
              <a:defRPr sz="3400"/>
            </a:lvl5pPr>
            <a:lvl6pPr>
              <a:defRPr sz="3400"/>
            </a:lvl6pPr>
            <a:lvl7pPr>
              <a:defRPr sz="3400"/>
            </a:lvl7pPr>
            <a:lvl8pPr>
              <a:defRPr sz="3400"/>
            </a:lvl8pPr>
            <a:lvl9pPr>
              <a:defRPr sz="3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0436949" y="9027383"/>
            <a:ext cx="17785557" cy="3761084"/>
          </a:xfrm>
          <a:prstGeom prst="rect">
            <a:avLst/>
          </a:prstGeom>
        </p:spPr>
        <p:txBody>
          <a:bodyPr vert="horz" lIns="191585" tIns="95793" rIns="191585" bIns="95793" anchor="b"/>
          <a:lstStyle>
            <a:lvl1pPr marL="0" indent="0">
              <a:buNone/>
              <a:defRPr sz="5000" b="1"/>
            </a:lvl1pPr>
            <a:lvl2pPr marL="957925" indent="0">
              <a:buNone/>
              <a:defRPr sz="4200" b="1"/>
            </a:lvl2pPr>
            <a:lvl3pPr marL="1915851" indent="0">
              <a:buNone/>
              <a:defRPr sz="3800" b="1"/>
            </a:lvl3pPr>
            <a:lvl4pPr marL="2873776" indent="0">
              <a:buNone/>
              <a:defRPr sz="3400" b="1"/>
            </a:lvl4pPr>
            <a:lvl5pPr marL="3831702" indent="0">
              <a:buNone/>
              <a:defRPr sz="3400" b="1"/>
            </a:lvl5pPr>
            <a:lvl6pPr marL="4789627" indent="0">
              <a:buNone/>
              <a:defRPr sz="3400" b="1"/>
            </a:lvl6pPr>
            <a:lvl7pPr marL="5747553" indent="0">
              <a:buNone/>
              <a:defRPr sz="3400" b="1"/>
            </a:lvl7pPr>
            <a:lvl8pPr marL="6705478" indent="0">
              <a:buNone/>
              <a:defRPr sz="3400" b="1"/>
            </a:lvl8pPr>
            <a:lvl9pPr marL="7663404" indent="0">
              <a:buNone/>
              <a:defRPr sz="3400" b="1"/>
            </a:lvl9pPr>
          </a:lstStyle>
          <a:p>
            <a:pPr lvl="0"/>
            <a:r>
              <a:rPr lang="en-US"/>
              <a:t>Click to edit Master text styles</a:t>
            </a:r>
          </a:p>
        </p:txBody>
      </p:sp>
      <p:sp>
        <p:nvSpPr>
          <p:cNvPr id="6" name="Content Placeholder 5"/>
          <p:cNvSpPr>
            <a:spLocks noGrp="1"/>
          </p:cNvSpPr>
          <p:nvPr>
            <p:ph sz="quarter" idx="4"/>
          </p:nvPr>
        </p:nvSpPr>
        <p:spPr>
          <a:xfrm>
            <a:off x="20436949" y="12788475"/>
            <a:ext cx="17785557" cy="23235492"/>
          </a:xfrm>
          <a:prstGeom prst="rect">
            <a:avLst/>
          </a:prstGeom>
        </p:spPr>
        <p:txBody>
          <a:bodyPr vert="horz" lIns="191585" tIns="95793" rIns="191585" bIns="95793"/>
          <a:lstStyle>
            <a:lvl1pPr>
              <a:defRPr sz="5000"/>
            </a:lvl1pPr>
            <a:lvl2pPr>
              <a:defRPr sz="4200"/>
            </a:lvl2pPr>
            <a:lvl3pPr>
              <a:defRPr sz="3800"/>
            </a:lvl3pPr>
            <a:lvl4pPr>
              <a:defRPr sz="3400"/>
            </a:lvl4pPr>
            <a:lvl5pPr>
              <a:defRPr sz="3400"/>
            </a:lvl5pPr>
            <a:lvl6pPr>
              <a:defRPr sz="3400"/>
            </a:lvl6pPr>
            <a:lvl7pPr>
              <a:defRPr sz="3400"/>
            </a:lvl7pPr>
            <a:lvl8pPr>
              <a:defRPr sz="3400"/>
            </a:lvl8pPr>
            <a:lvl9pPr>
              <a:defRPr sz="3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45239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011101" y="1614116"/>
            <a:ext cx="36211406" cy="6720946"/>
          </a:xfrm>
          <a:prstGeom prst="rect">
            <a:avLst/>
          </a:prstGeom>
        </p:spPr>
        <p:txBody>
          <a:bodyPr vert="horz" lIns="191585" tIns="95793" rIns="191585" bIns="95793"/>
          <a:lstStyle/>
          <a:p>
            <a:r>
              <a:rPr lang="en-US"/>
              <a:t>Click to edit Master title style</a:t>
            </a:r>
          </a:p>
        </p:txBody>
      </p:sp>
    </p:spTree>
    <p:extLst>
      <p:ext uri="{BB962C8B-B14F-4D97-AF65-F5344CB8AC3E}">
        <p14:creationId xmlns:p14="http://schemas.microsoft.com/office/powerpoint/2010/main" val="3826373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2478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11105" y="1606351"/>
            <a:ext cx="13236575" cy="6833738"/>
          </a:xfrm>
          <a:prstGeom prst="rect">
            <a:avLst/>
          </a:prstGeom>
        </p:spPr>
        <p:txBody>
          <a:bodyPr vert="horz" lIns="191585" tIns="95793" rIns="191585" bIns="95793" anchor="b"/>
          <a:lstStyle>
            <a:lvl1pPr algn="l">
              <a:defRPr sz="4200" b="1"/>
            </a:lvl1pPr>
          </a:lstStyle>
          <a:p>
            <a:r>
              <a:rPr lang="en-US"/>
              <a:t>Click to edit Master title style</a:t>
            </a:r>
          </a:p>
        </p:txBody>
      </p:sp>
      <p:sp>
        <p:nvSpPr>
          <p:cNvPr id="3" name="Content Placeholder 2"/>
          <p:cNvSpPr>
            <a:spLocks noGrp="1"/>
          </p:cNvSpPr>
          <p:nvPr>
            <p:ph idx="1"/>
          </p:nvPr>
        </p:nvSpPr>
        <p:spPr>
          <a:xfrm>
            <a:off x="15730803" y="1606363"/>
            <a:ext cx="22491700" cy="34417620"/>
          </a:xfrm>
          <a:prstGeom prst="rect">
            <a:avLst/>
          </a:prstGeom>
        </p:spPr>
        <p:txBody>
          <a:bodyPr vert="horz" lIns="191585" tIns="95793" rIns="191585" bIns="95793"/>
          <a:lstStyle>
            <a:lvl1pPr>
              <a:defRPr sz="6700"/>
            </a:lvl1pPr>
            <a:lvl2pPr>
              <a:defRPr sz="5900"/>
            </a:lvl2pPr>
            <a:lvl3pPr>
              <a:defRPr sz="5000"/>
            </a:lvl3pPr>
            <a:lvl4pPr>
              <a:defRPr sz="4200"/>
            </a:lvl4pPr>
            <a:lvl5pPr>
              <a:defRPr sz="4200"/>
            </a:lvl5pPr>
            <a:lvl6pPr>
              <a:defRPr sz="4200"/>
            </a:lvl6pPr>
            <a:lvl7pPr>
              <a:defRPr sz="4200"/>
            </a:lvl7pPr>
            <a:lvl8pPr>
              <a:defRPr sz="4200"/>
            </a:lvl8pPr>
            <a:lvl9pPr>
              <a:defRPr sz="4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011105" y="8440078"/>
            <a:ext cx="13236575" cy="27583882"/>
          </a:xfrm>
          <a:prstGeom prst="rect">
            <a:avLst/>
          </a:prstGeom>
        </p:spPr>
        <p:txBody>
          <a:bodyPr vert="horz" lIns="191585" tIns="95793" rIns="191585" bIns="95793"/>
          <a:lstStyle>
            <a:lvl1pPr marL="0" indent="0">
              <a:buNone/>
              <a:defRPr sz="2900"/>
            </a:lvl1pPr>
            <a:lvl2pPr marL="957925" indent="0">
              <a:buNone/>
              <a:defRPr sz="2500"/>
            </a:lvl2pPr>
            <a:lvl3pPr marL="1915851" indent="0">
              <a:buNone/>
              <a:defRPr sz="2100"/>
            </a:lvl3pPr>
            <a:lvl4pPr marL="2873776" indent="0">
              <a:buNone/>
              <a:defRPr sz="1900"/>
            </a:lvl4pPr>
            <a:lvl5pPr marL="3831702" indent="0">
              <a:buNone/>
              <a:defRPr sz="1900"/>
            </a:lvl5pPr>
            <a:lvl6pPr marL="4789627" indent="0">
              <a:buNone/>
              <a:defRPr sz="1900"/>
            </a:lvl6pPr>
            <a:lvl7pPr marL="5747553" indent="0">
              <a:buNone/>
              <a:defRPr sz="1900"/>
            </a:lvl7pPr>
            <a:lvl8pPr marL="6705478" indent="0">
              <a:buNone/>
              <a:defRPr sz="1900"/>
            </a:lvl8pPr>
            <a:lvl9pPr marL="7663404" indent="0">
              <a:buNone/>
              <a:defRPr sz="1900"/>
            </a:lvl9pPr>
          </a:lstStyle>
          <a:p>
            <a:pPr lvl="0"/>
            <a:r>
              <a:rPr lang="en-US"/>
              <a:t>Click to edit Master text styles</a:t>
            </a:r>
          </a:p>
        </p:txBody>
      </p:sp>
    </p:spTree>
    <p:extLst>
      <p:ext uri="{BB962C8B-B14F-4D97-AF65-F5344CB8AC3E}">
        <p14:creationId xmlns:p14="http://schemas.microsoft.com/office/powerpoint/2010/main" val="2772237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87233" y="28229543"/>
            <a:ext cx="24138994" cy="3329357"/>
          </a:xfrm>
          <a:prstGeom prst="rect">
            <a:avLst/>
          </a:prstGeom>
        </p:spPr>
        <p:txBody>
          <a:bodyPr vert="horz" lIns="191585" tIns="95793" rIns="191585" bIns="95793" anchor="b"/>
          <a:lstStyle>
            <a:lvl1pPr algn="l">
              <a:defRPr sz="4200" b="1"/>
            </a:lvl1pPr>
          </a:lstStyle>
          <a:p>
            <a:r>
              <a:rPr lang="en-US"/>
              <a:t>Click to edit Master title style</a:t>
            </a:r>
          </a:p>
        </p:txBody>
      </p:sp>
      <p:sp>
        <p:nvSpPr>
          <p:cNvPr id="3" name="Picture Placeholder 2"/>
          <p:cNvSpPr>
            <a:spLocks noGrp="1"/>
          </p:cNvSpPr>
          <p:nvPr>
            <p:ph type="pic" idx="1"/>
          </p:nvPr>
        </p:nvSpPr>
        <p:spPr>
          <a:xfrm>
            <a:off x="7887233" y="3601631"/>
            <a:ext cx="24138994" cy="24196184"/>
          </a:xfrm>
          <a:prstGeom prst="rect">
            <a:avLst/>
          </a:prstGeom>
        </p:spPr>
        <p:txBody>
          <a:bodyPr vert="horz" lIns="191585" tIns="95793" rIns="191585" bIns="95793"/>
          <a:lstStyle>
            <a:lvl1pPr marL="0" indent="0">
              <a:buNone/>
              <a:defRPr sz="6700"/>
            </a:lvl1pPr>
            <a:lvl2pPr marL="957925" indent="0">
              <a:buNone/>
              <a:defRPr sz="5900"/>
            </a:lvl2pPr>
            <a:lvl3pPr marL="1915851" indent="0">
              <a:buNone/>
              <a:defRPr sz="5000"/>
            </a:lvl3pPr>
            <a:lvl4pPr marL="2873776" indent="0">
              <a:buNone/>
              <a:defRPr sz="4200"/>
            </a:lvl4pPr>
            <a:lvl5pPr marL="3831702" indent="0">
              <a:buNone/>
              <a:defRPr sz="4200"/>
            </a:lvl5pPr>
            <a:lvl6pPr marL="4789627" indent="0">
              <a:buNone/>
              <a:defRPr sz="4200"/>
            </a:lvl6pPr>
            <a:lvl7pPr marL="5747553" indent="0">
              <a:buNone/>
              <a:defRPr sz="4200"/>
            </a:lvl7pPr>
            <a:lvl8pPr marL="6705478" indent="0">
              <a:buNone/>
              <a:defRPr sz="4200"/>
            </a:lvl8pPr>
            <a:lvl9pPr marL="7663404" indent="0">
              <a:buNone/>
              <a:defRPr sz="4200"/>
            </a:lvl9pPr>
          </a:lstStyle>
          <a:p>
            <a:pPr lvl="0"/>
            <a:endParaRPr lang="en-US" noProof="0"/>
          </a:p>
        </p:txBody>
      </p:sp>
      <p:sp>
        <p:nvSpPr>
          <p:cNvPr id="4" name="Text Placeholder 3"/>
          <p:cNvSpPr>
            <a:spLocks noGrp="1"/>
          </p:cNvSpPr>
          <p:nvPr>
            <p:ph type="body" sz="half" idx="2"/>
          </p:nvPr>
        </p:nvSpPr>
        <p:spPr>
          <a:xfrm>
            <a:off x="7887233" y="31558890"/>
            <a:ext cx="24138994" cy="4733445"/>
          </a:xfrm>
          <a:prstGeom prst="rect">
            <a:avLst/>
          </a:prstGeom>
        </p:spPr>
        <p:txBody>
          <a:bodyPr vert="horz" lIns="191585" tIns="95793" rIns="191585" bIns="95793"/>
          <a:lstStyle>
            <a:lvl1pPr marL="0" indent="0">
              <a:buNone/>
              <a:defRPr sz="2900"/>
            </a:lvl1pPr>
            <a:lvl2pPr marL="957925" indent="0">
              <a:buNone/>
              <a:defRPr sz="2500"/>
            </a:lvl2pPr>
            <a:lvl3pPr marL="1915851" indent="0">
              <a:buNone/>
              <a:defRPr sz="2100"/>
            </a:lvl3pPr>
            <a:lvl4pPr marL="2873776" indent="0">
              <a:buNone/>
              <a:defRPr sz="1900"/>
            </a:lvl4pPr>
            <a:lvl5pPr marL="3831702" indent="0">
              <a:buNone/>
              <a:defRPr sz="1900"/>
            </a:lvl5pPr>
            <a:lvl6pPr marL="4789627" indent="0">
              <a:buNone/>
              <a:defRPr sz="1900"/>
            </a:lvl6pPr>
            <a:lvl7pPr marL="5747553" indent="0">
              <a:buNone/>
              <a:defRPr sz="1900"/>
            </a:lvl7pPr>
            <a:lvl8pPr marL="6705478" indent="0">
              <a:buNone/>
              <a:defRPr sz="1900"/>
            </a:lvl8pPr>
            <a:lvl9pPr marL="7663404" indent="0">
              <a:buNone/>
              <a:defRPr sz="1900"/>
            </a:lvl9pPr>
          </a:lstStyle>
          <a:p>
            <a:pPr lvl="0"/>
            <a:r>
              <a:rPr lang="en-US"/>
              <a:t>Click to edit Master text styles</a:t>
            </a:r>
          </a:p>
        </p:txBody>
      </p:sp>
    </p:spTree>
    <p:extLst>
      <p:ext uri="{BB962C8B-B14F-4D97-AF65-F5344CB8AC3E}">
        <p14:creationId xmlns:p14="http://schemas.microsoft.com/office/powerpoint/2010/main" val="1309331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011101" y="1614116"/>
            <a:ext cx="36211406" cy="6720946"/>
          </a:xfrm>
          <a:prstGeom prst="rect">
            <a:avLst/>
          </a:prstGeom>
        </p:spPr>
        <p:txBody>
          <a:bodyPr vert="horz" lIns="191585" tIns="95793" rIns="191585" bIns="95793"/>
          <a:lstStyle/>
          <a:p>
            <a:r>
              <a:rPr lang="en-US"/>
              <a:t>Click to edit Master title style</a:t>
            </a:r>
          </a:p>
        </p:txBody>
      </p:sp>
      <p:sp>
        <p:nvSpPr>
          <p:cNvPr id="3" name="Vertical Text Placeholder 2"/>
          <p:cNvSpPr>
            <a:spLocks noGrp="1"/>
          </p:cNvSpPr>
          <p:nvPr>
            <p:ph type="body" orient="vert" idx="1"/>
          </p:nvPr>
        </p:nvSpPr>
        <p:spPr>
          <a:xfrm>
            <a:off x="2011101" y="9408548"/>
            <a:ext cx="36211406" cy="26615412"/>
          </a:xfrm>
          <a:prstGeom prst="rect">
            <a:avLst/>
          </a:prstGeom>
        </p:spPr>
        <p:txBody>
          <a:bodyPr vert="eaVert" lIns="191585" tIns="95793" rIns="191585" bIns="9579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6059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9171111" y="1614129"/>
            <a:ext cx="9051394" cy="34409841"/>
          </a:xfrm>
          <a:prstGeom prst="rect">
            <a:avLst/>
          </a:prstGeom>
        </p:spPr>
        <p:txBody>
          <a:bodyPr vert="eaVert" lIns="191585" tIns="95793" rIns="191585" bIns="95793"/>
          <a:lstStyle/>
          <a:p>
            <a:r>
              <a:rPr lang="en-US"/>
              <a:t>Click to edit Master title style</a:t>
            </a:r>
          </a:p>
        </p:txBody>
      </p:sp>
      <p:sp>
        <p:nvSpPr>
          <p:cNvPr id="3" name="Vertical Text Placeholder 2"/>
          <p:cNvSpPr>
            <a:spLocks noGrp="1"/>
          </p:cNvSpPr>
          <p:nvPr>
            <p:ph type="body" orient="vert" idx="1"/>
          </p:nvPr>
        </p:nvSpPr>
        <p:spPr>
          <a:xfrm>
            <a:off x="2011101" y="1614129"/>
            <a:ext cx="26880608" cy="34409841"/>
          </a:xfrm>
          <a:prstGeom prst="rect">
            <a:avLst/>
          </a:prstGeom>
        </p:spPr>
        <p:txBody>
          <a:bodyPr vert="eaVert" lIns="191585" tIns="95793" rIns="191585" bIns="9579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3996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62" name="Text Box 38">
            <a:extLst>
              <a:ext uri="{FF2B5EF4-FFF2-40B4-BE49-F238E27FC236}">
                <a16:creationId xmlns:a16="http://schemas.microsoft.com/office/drawing/2014/main" id="{7951E24D-E6DF-4A6D-9D73-A7E7D7BD83C2}"/>
              </a:ext>
            </a:extLst>
          </p:cNvPr>
          <p:cNvSpPr txBox="1">
            <a:spLocks noChangeArrowheads="1"/>
          </p:cNvSpPr>
          <p:nvPr userDrawn="1"/>
        </p:nvSpPr>
        <p:spPr bwMode="auto">
          <a:xfrm>
            <a:off x="13690600" y="7561263"/>
            <a:ext cx="12839700" cy="1130300"/>
          </a:xfrm>
          <a:prstGeom prst="rect">
            <a:avLst/>
          </a:prstGeom>
          <a:noFill/>
          <a:ln w="9525">
            <a:noFill/>
            <a:miter lim="800000"/>
            <a:headEnd/>
            <a:tailEnd/>
          </a:ln>
          <a:effectLst/>
        </p:spPr>
        <p:txBody>
          <a:bodyPr lIns="191556" tIns="95778" rIns="191556" bIns="95778">
            <a:spAutoFit/>
          </a:bodyPr>
          <a:lstStyle>
            <a:lvl1pPr defTabSz="2193925" eaLnBrk="0" hangingPunct="0">
              <a:defRPr sz="10600">
                <a:solidFill>
                  <a:schemeClr val="tx2"/>
                </a:solidFill>
                <a:latin typeface="Arial" charset="0"/>
                <a:ea typeface="ＭＳ Ｐゴシック" charset="0"/>
                <a:cs typeface="ＭＳ Ｐゴシック" charset="0"/>
              </a:defRPr>
            </a:lvl1pPr>
            <a:lvl2pPr marL="37931725" indent="-37474525" defTabSz="2193925" eaLnBrk="0" hangingPunct="0">
              <a:defRPr sz="10600">
                <a:solidFill>
                  <a:schemeClr val="tx2"/>
                </a:solidFill>
                <a:latin typeface="Arial" charset="0"/>
                <a:ea typeface="ＭＳ Ｐゴシック" charset="0"/>
              </a:defRPr>
            </a:lvl2pPr>
            <a:lvl3pPr eaLnBrk="0" hangingPunct="0">
              <a:defRPr sz="10600">
                <a:solidFill>
                  <a:schemeClr val="tx2"/>
                </a:solidFill>
                <a:latin typeface="Arial" charset="0"/>
                <a:ea typeface="ＭＳ Ｐゴシック" charset="0"/>
              </a:defRPr>
            </a:lvl3pPr>
            <a:lvl4pPr eaLnBrk="0" hangingPunct="0">
              <a:defRPr sz="10600">
                <a:solidFill>
                  <a:schemeClr val="tx2"/>
                </a:solidFill>
                <a:latin typeface="Arial" charset="0"/>
                <a:ea typeface="ＭＳ Ｐゴシック" charset="0"/>
              </a:defRPr>
            </a:lvl4pPr>
            <a:lvl5pPr eaLnBrk="0" hangingPunct="0">
              <a:defRPr sz="10600">
                <a:solidFill>
                  <a:schemeClr val="tx2"/>
                </a:solidFill>
                <a:latin typeface="Arial" charset="0"/>
                <a:ea typeface="ＭＳ Ｐゴシック" charset="0"/>
              </a:defRPr>
            </a:lvl5pPr>
            <a:lvl6pPr marL="457200" eaLnBrk="0" fontAlgn="base" hangingPunct="0">
              <a:spcBef>
                <a:spcPct val="0"/>
              </a:spcBef>
              <a:spcAft>
                <a:spcPct val="0"/>
              </a:spcAft>
              <a:defRPr sz="10600">
                <a:solidFill>
                  <a:schemeClr val="tx2"/>
                </a:solidFill>
                <a:latin typeface="Arial" charset="0"/>
                <a:ea typeface="ＭＳ Ｐゴシック" charset="0"/>
              </a:defRPr>
            </a:lvl6pPr>
            <a:lvl7pPr marL="914400" eaLnBrk="0" fontAlgn="base" hangingPunct="0">
              <a:spcBef>
                <a:spcPct val="0"/>
              </a:spcBef>
              <a:spcAft>
                <a:spcPct val="0"/>
              </a:spcAft>
              <a:defRPr sz="10600">
                <a:solidFill>
                  <a:schemeClr val="tx2"/>
                </a:solidFill>
                <a:latin typeface="Arial" charset="0"/>
                <a:ea typeface="ＭＳ Ｐゴシック" charset="0"/>
              </a:defRPr>
            </a:lvl7pPr>
            <a:lvl8pPr marL="1371600" eaLnBrk="0" fontAlgn="base" hangingPunct="0">
              <a:spcBef>
                <a:spcPct val="0"/>
              </a:spcBef>
              <a:spcAft>
                <a:spcPct val="0"/>
              </a:spcAft>
              <a:defRPr sz="10600">
                <a:solidFill>
                  <a:schemeClr val="tx2"/>
                </a:solidFill>
                <a:latin typeface="Arial" charset="0"/>
                <a:ea typeface="ＭＳ Ｐゴシック" charset="0"/>
              </a:defRPr>
            </a:lvl8pPr>
            <a:lvl9pPr marL="1828800" eaLnBrk="0" fontAlgn="base" hangingPunct="0">
              <a:spcBef>
                <a:spcPct val="0"/>
              </a:spcBef>
              <a:spcAft>
                <a:spcPct val="0"/>
              </a:spcAft>
              <a:defRPr sz="10600">
                <a:solidFill>
                  <a:schemeClr val="tx2"/>
                </a:solidFill>
                <a:latin typeface="Arial" charset="0"/>
                <a:ea typeface="ＭＳ Ｐゴシック" charset="0"/>
              </a:defRPr>
            </a:lvl9pPr>
          </a:lstStyle>
          <a:p>
            <a:pPr algn="ctr" eaLnBrk="1" hangingPunct="1">
              <a:spcBef>
                <a:spcPct val="50000"/>
              </a:spcBef>
              <a:defRPr/>
            </a:pPr>
            <a:endParaRPr lang="en-US" sz="61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95813" rtl="0" eaLnBrk="0" fontAlgn="base" hangingPunct="0">
        <a:spcBef>
          <a:spcPct val="0"/>
        </a:spcBef>
        <a:spcAft>
          <a:spcPct val="0"/>
        </a:spcAft>
        <a:defRPr sz="13600" b="1">
          <a:solidFill>
            <a:schemeClr val="bg1"/>
          </a:solidFill>
          <a:latin typeface="+mj-lt"/>
          <a:ea typeface="MS PGothic" panose="020B0600070205080204" pitchFamily="34" charset="-128"/>
          <a:cs typeface="ＭＳ Ｐゴシック" charset="0"/>
        </a:defRPr>
      </a:lvl1pPr>
      <a:lvl2pPr algn="ctr" defTabSz="4595813" rtl="0" eaLnBrk="0" fontAlgn="base" hangingPunct="0">
        <a:spcBef>
          <a:spcPct val="0"/>
        </a:spcBef>
        <a:spcAft>
          <a:spcPct val="0"/>
        </a:spcAft>
        <a:defRPr sz="13600" b="1">
          <a:solidFill>
            <a:schemeClr val="bg1"/>
          </a:solidFill>
          <a:latin typeface="Arial" pitchFamily="-65" charset="0"/>
          <a:ea typeface="MS PGothic" panose="020B0600070205080204" pitchFamily="34" charset="-128"/>
          <a:cs typeface="ＭＳ Ｐゴシック" charset="0"/>
        </a:defRPr>
      </a:lvl2pPr>
      <a:lvl3pPr algn="ctr" defTabSz="4595813" rtl="0" eaLnBrk="0" fontAlgn="base" hangingPunct="0">
        <a:spcBef>
          <a:spcPct val="0"/>
        </a:spcBef>
        <a:spcAft>
          <a:spcPct val="0"/>
        </a:spcAft>
        <a:defRPr sz="13600" b="1">
          <a:solidFill>
            <a:schemeClr val="bg1"/>
          </a:solidFill>
          <a:latin typeface="Arial" pitchFamily="-65" charset="0"/>
          <a:ea typeface="MS PGothic" panose="020B0600070205080204" pitchFamily="34" charset="-128"/>
          <a:cs typeface="ＭＳ Ｐゴシック" charset="0"/>
        </a:defRPr>
      </a:lvl3pPr>
      <a:lvl4pPr algn="ctr" defTabSz="4595813" rtl="0" eaLnBrk="0" fontAlgn="base" hangingPunct="0">
        <a:spcBef>
          <a:spcPct val="0"/>
        </a:spcBef>
        <a:spcAft>
          <a:spcPct val="0"/>
        </a:spcAft>
        <a:defRPr sz="13600" b="1">
          <a:solidFill>
            <a:schemeClr val="bg1"/>
          </a:solidFill>
          <a:latin typeface="Arial" pitchFamily="-65" charset="0"/>
          <a:ea typeface="MS PGothic" panose="020B0600070205080204" pitchFamily="34" charset="-128"/>
          <a:cs typeface="ＭＳ Ｐゴシック" charset="0"/>
        </a:defRPr>
      </a:lvl4pPr>
      <a:lvl5pPr algn="ctr" defTabSz="4595813" rtl="0" eaLnBrk="0" fontAlgn="base" hangingPunct="0">
        <a:spcBef>
          <a:spcPct val="0"/>
        </a:spcBef>
        <a:spcAft>
          <a:spcPct val="0"/>
        </a:spcAft>
        <a:defRPr sz="13600" b="1">
          <a:solidFill>
            <a:schemeClr val="bg1"/>
          </a:solidFill>
          <a:latin typeface="Arial" pitchFamily="-65" charset="0"/>
          <a:ea typeface="MS PGothic" panose="020B0600070205080204" pitchFamily="34" charset="-128"/>
          <a:cs typeface="ＭＳ Ｐゴシック" charset="0"/>
        </a:defRPr>
      </a:lvl5pPr>
      <a:lvl6pPr marL="957925" algn="ctr" defTabSz="4596712" rtl="0" fontAlgn="base">
        <a:spcBef>
          <a:spcPct val="0"/>
        </a:spcBef>
        <a:spcAft>
          <a:spcPct val="0"/>
        </a:spcAft>
        <a:defRPr sz="13600" b="1">
          <a:solidFill>
            <a:schemeClr val="bg1"/>
          </a:solidFill>
          <a:latin typeface="Arial" pitchFamily="-65" charset="0"/>
        </a:defRPr>
      </a:lvl6pPr>
      <a:lvl7pPr marL="1915851" algn="ctr" defTabSz="4596712" rtl="0" fontAlgn="base">
        <a:spcBef>
          <a:spcPct val="0"/>
        </a:spcBef>
        <a:spcAft>
          <a:spcPct val="0"/>
        </a:spcAft>
        <a:defRPr sz="13600" b="1">
          <a:solidFill>
            <a:schemeClr val="bg1"/>
          </a:solidFill>
          <a:latin typeface="Arial" pitchFamily="-65" charset="0"/>
        </a:defRPr>
      </a:lvl7pPr>
      <a:lvl8pPr marL="2873776" algn="ctr" defTabSz="4596712" rtl="0" fontAlgn="base">
        <a:spcBef>
          <a:spcPct val="0"/>
        </a:spcBef>
        <a:spcAft>
          <a:spcPct val="0"/>
        </a:spcAft>
        <a:defRPr sz="13600" b="1">
          <a:solidFill>
            <a:schemeClr val="bg1"/>
          </a:solidFill>
          <a:latin typeface="Arial" pitchFamily="-65" charset="0"/>
        </a:defRPr>
      </a:lvl8pPr>
      <a:lvl9pPr marL="3831702" algn="ctr" defTabSz="4596712" rtl="0" fontAlgn="base">
        <a:spcBef>
          <a:spcPct val="0"/>
        </a:spcBef>
        <a:spcAft>
          <a:spcPct val="0"/>
        </a:spcAft>
        <a:defRPr sz="13600" b="1">
          <a:solidFill>
            <a:schemeClr val="bg1"/>
          </a:solidFill>
          <a:latin typeface="Arial" pitchFamily="-65" charset="0"/>
        </a:defRPr>
      </a:lvl9pPr>
    </p:titleStyle>
    <p:bodyStyle>
      <a:lvl1pPr marL="1722438" indent="-1722438" algn="l" defTabSz="4595813" rtl="0" eaLnBrk="0" fontAlgn="base" hangingPunct="0">
        <a:spcBef>
          <a:spcPct val="20000"/>
        </a:spcBef>
        <a:spcAft>
          <a:spcPct val="0"/>
        </a:spcAft>
        <a:defRPr sz="3600">
          <a:solidFill>
            <a:schemeClr val="tx1"/>
          </a:solidFill>
          <a:latin typeface="+mn-lt"/>
          <a:ea typeface="MS PGothic" panose="020B0600070205080204" pitchFamily="34" charset="-128"/>
          <a:cs typeface="ＭＳ Ｐゴシック" charset="0"/>
        </a:defRPr>
      </a:lvl1pPr>
      <a:lvl2pPr marL="3733800" indent="-1436688" algn="l" defTabSz="4595813" rtl="0" eaLnBrk="0" fontAlgn="base" hangingPunct="0">
        <a:spcBef>
          <a:spcPct val="20000"/>
        </a:spcBef>
        <a:spcAft>
          <a:spcPct val="0"/>
        </a:spcAft>
        <a:buChar char="–"/>
        <a:defRPr sz="7500">
          <a:solidFill>
            <a:schemeClr val="tx1"/>
          </a:solidFill>
          <a:latin typeface="+mn-lt"/>
          <a:ea typeface="MS PGothic" panose="020B0600070205080204" pitchFamily="34" charset="-128"/>
        </a:defRPr>
      </a:lvl2pPr>
      <a:lvl3pPr marL="5746750" indent="-1149350" algn="l" defTabSz="4595813" rtl="0" eaLnBrk="0" fontAlgn="base" hangingPunct="0">
        <a:spcBef>
          <a:spcPct val="20000"/>
        </a:spcBef>
        <a:spcAft>
          <a:spcPct val="0"/>
        </a:spcAft>
        <a:buChar char="•"/>
        <a:defRPr sz="6500">
          <a:solidFill>
            <a:schemeClr val="tx1"/>
          </a:solidFill>
          <a:latin typeface="+mn-lt"/>
          <a:ea typeface="MS PGothic" panose="020B0600070205080204" pitchFamily="34" charset="-128"/>
        </a:defRPr>
      </a:lvl3pPr>
      <a:lvl4pPr marL="8045450" indent="-1146175" algn="l" defTabSz="4595813" rtl="0" eaLnBrk="0" fontAlgn="base" hangingPunct="0">
        <a:spcBef>
          <a:spcPct val="20000"/>
        </a:spcBef>
        <a:spcAft>
          <a:spcPct val="0"/>
        </a:spcAft>
        <a:buChar char="–"/>
        <a:defRPr sz="5000">
          <a:solidFill>
            <a:schemeClr val="tx1"/>
          </a:solidFill>
          <a:latin typeface="+mn-lt"/>
          <a:ea typeface="MS PGothic" panose="020B0600070205080204" pitchFamily="34" charset="-128"/>
        </a:defRPr>
      </a:lvl4pPr>
      <a:lvl5pPr marL="10344150" indent="-1146175" algn="l" defTabSz="4595813" rtl="0" eaLnBrk="0" fontAlgn="base" hangingPunct="0">
        <a:spcBef>
          <a:spcPct val="20000"/>
        </a:spcBef>
        <a:spcAft>
          <a:spcPct val="0"/>
        </a:spcAft>
        <a:buChar char="»"/>
        <a:defRPr sz="5000">
          <a:solidFill>
            <a:schemeClr val="tx1"/>
          </a:solidFill>
          <a:latin typeface="+mn-lt"/>
          <a:ea typeface="MS PGothic" panose="020B0600070205080204" pitchFamily="34" charset="-128"/>
        </a:defRPr>
      </a:lvl5pPr>
      <a:lvl6pPr marL="11302190" indent="-1147516" algn="l" defTabSz="4596712" rtl="0" fontAlgn="base">
        <a:spcBef>
          <a:spcPct val="20000"/>
        </a:spcBef>
        <a:spcAft>
          <a:spcPct val="0"/>
        </a:spcAft>
        <a:buChar char="»"/>
        <a:defRPr sz="5000">
          <a:solidFill>
            <a:schemeClr val="tx1"/>
          </a:solidFill>
          <a:latin typeface="+mn-lt"/>
          <a:ea typeface="ＭＳ Ｐゴシック" pitchFamily="-65" charset="-128"/>
        </a:defRPr>
      </a:lvl6pPr>
      <a:lvl7pPr marL="12260115" indent="-1147516" algn="l" defTabSz="4596712" rtl="0" fontAlgn="base">
        <a:spcBef>
          <a:spcPct val="20000"/>
        </a:spcBef>
        <a:spcAft>
          <a:spcPct val="0"/>
        </a:spcAft>
        <a:buChar char="»"/>
        <a:defRPr sz="5000">
          <a:solidFill>
            <a:schemeClr val="tx1"/>
          </a:solidFill>
          <a:latin typeface="+mn-lt"/>
          <a:ea typeface="ＭＳ Ｐゴシック" pitchFamily="-65" charset="-128"/>
        </a:defRPr>
      </a:lvl7pPr>
      <a:lvl8pPr marL="13218041" indent="-1147516" algn="l" defTabSz="4596712" rtl="0" fontAlgn="base">
        <a:spcBef>
          <a:spcPct val="20000"/>
        </a:spcBef>
        <a:spcAft>
          <a:spcPct val="0"/>
        </a:spcAft>
        <a:buChar char="»"/>
        <a:defRPr sz="5000">
          <a:solidFill>
            <a:schemeClr val="tx1"/>
          </a:solidFill>
          <a:latin typeface="+mn-lt"/>
          <a:ea typeface="ＭＳ Ｐゴシック" pitchFamily="-65" charset="-128"/>
        </a:defRPr>
      </a:lvl8pPr>
      <a:lvl9pPr marL="14175966" indent="-1147516" algn="l" defTabSz="4596712" rtl="0" fontAlgn="base">
        <a:spcBef>
          <a:spcPct val="20000"/>
        </a:spcBef>
        <a:spcAft>
          <a:spcPct val="0"/>
        </a:spcAft>
        <a:buChar char="»"/>
        <a:defRPr sz="5000">
          <a:solidFill>
            <a:schemeClr val="tx1"/>
          </a:solidFill>
          <a:latin typeface="+mn-lt"/>
          <a:ea typeface="ＭＳ Ｐゴシック" pitchFamily="-65" charset="-128"/>
        </a:defRPr>
      </a:lvl9pPr>
    </p:bodyStyle>
    <p:otherStyle>
      <a:defPPr>
        <a:defRPr lang="en-US"/>
      </a:defPPr>
      <a:lvl1pPr marL="0" algn="l" defTabSz="957925" rtl="0" eaLnBrk="1" latinLnBrk="0" hangingPunct="1">
        <a:defRPr sz="3800" kern="1200">
          <a:solidFill>
            <a:schemeClr val="tx1"/>
          </a:solidFill>
          <a:latin typeface="+mn-lt"/>
          <a:ea typeface="+mn-ea"/>
          <a:cs typeface="+mn-cs"/>
        </a:defRPr>
      </a:lvl1pPr>
      <a:lvl2pPr marL="957925" algn="l" defTabSz="957925" rtl="0" eaLnBrk="1" latinLnBrk="0" hangingPunct="1">
        <a:defRPr sz="3800" kern="1200">
          <a:solidFill>
            <a:schemeClr val="tx1"/>
          </a:solidFill>
          <a:latin typeface="+mn-lt"/>
          <a:ea typeface="+mn-ea"/>
          <a:cs typeface="+mn-cs"/>
        </a:defRPr>
      </a:lvl2pPr>
      <a:lvl3pPr marL="1915851" algn="l" defTabSz="957925" rtl="0" eaLnBrk="1" latinLnBrk="0" hangingPunct="1">
        <a:defRPr sz="3800" kern="1200">
          <a:solidFill>
            <a:schemeClr val="tx1"/>
          </a:solidFill>
          <a:latin typeface="+mn-lt"/>
          <a:ea typeface="+mn-ea"/>
          <a:cs typeface="+mn-cs"/>
        </a:defRPr>
      </a:lvl3pPr>
      <a:lvl4pPr marL="2873776" algn="l" defTabSz="957925" rtl="0" eaLnBrk="1" latinLnBrk="0" hangingPunct="1">
        <a:defRPr sz="3800" kern="1200">
          <a:solidFill>
            <a:schemeClr val="tx1"/>
          </a:solidFill>
          <a:latin typeface="+mn-lt"/>
          <a:ea typeface="+mn-ea"/>
          <a:cs typeface="+mn-cs"/>
        </a:defRPr>
      </a:lvl4pPr>
      <a:lvl5pPr marL="3831702" algn="l" defTabSz="957925" rtl="0" eaLnBrk="1" latinLnBrk="0" hangingPunct="1">
        <a:defRPr sz="3800" kern="1200">
          <a:solidFill>
            <a:schemeClr val="tx1"/>
          </a:solidFill>
          <a:latin typeface="+mn-lt"/>
          <a:ea typeface="+mn-ea"/>
          <a:cs typeface="+mn-cs"/>
        </a:defRPr>
      </a:lvl5pPr>
      <a:lvl6pPr marL="4789627" algn="l" defTabSz="957925" rtl="0" eaLnBrk="1" latinLnBrk="0" hangingPunct="1">
        <a:defRPr sz="3800" kern="1200">
          <a:solidFill>
            <a:schemeClr val="tx1"/>
          </a:solidFill>
          <a:latin typeface="+mn-lt"/>
          <a:ea typeface="+mn-ea"/>
          <a:cs typeface="+mn-cs"/>
        </a:defRPr>
      </a:lvl6pPr>
      <a:lvl7pPr marL="5747553" algn="l" defTabSz="957925" rtl="0" eaLnBrk="1" latinLnBrk="0" hangingPunct="1">
        <a:defRPr sz="3800" kern="1200">
          <a:solidFill>
            <a:schemeClr val="tx1"/>
          </a:solidFill>
          <a:latin typeface="+mn-lt"/>
          <a:ea typeface="+mn-ea"/>
          <a:cs typeface="+mn-cs"/>
        </a:defRPr>
      </a:lvl7pPr>
      <a:lvl8pPr marL="6705478" algn="l" defTabSz="957925" rtl="0" eaLnBrk="1" latinLnBrk="0" hangingPunct="1">
        <a:defRPr sz="3800" kern="1200">
          <a:solidFill>
            <a:schemeClr val="tx1"/>
          </a:solidFill>
          <a:latin typeface="+mn-lt"/>
          <a:ea typeface="+mn-ea"/>
          <a:cs typeface="+mn-cs"/>
        </a:defRPr>
      </a:lvl8pPr>
      <a:lvl9pPr marL="7663404" algn="l" defTabSz="957925" rtl="0" eaLnBrk="1" latinLnBrk="0" hangingPunct="1">
        <a:defRPr sz="3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png"/><Relationship Id="rId18" Type="http://schemas.openxmlformats.org/officeDocument/2006/relationships/image" Target="../media/image13.png"/><Relationship Id="rId3" Type="http://schemas.openxmlformats.org/officeDocument/2006/relationships/image" Target="../media/image1.emf"/><Relationship Id="rId21" Type="http://schemas.openxmlformats.org/officeDocument/2006/relationships/image" Target="../media/image16.png"/><Relationship Id="rId7" Type="http://schemas.openxmlformats.org/officeDocument/2006/relationships/image" Target="../media/image2.png"/><Relationship Id="rId12" Type="http://schemas.openxmlformats.org/officeDocument/2006/relationships/image" Target="../media/image7.png"/><Relationship Id="rId17" Type="http://schemas.openxmlformats.org/officeDocument/2006/relationships/image" Target="../media/image12.png"/><Relationship Id="rId2" Type="http://schemas.openxmlformats.org/officeDocument/2006/relationships/notesSlide" Target="../notesSlides/notesSlide1.xml"/><Relationship Id="rId16" Type="http://schemas.openxmlformats.org/officeDocument/2006/relationships/image" Target="../media/image11.png"/><Relationship Id="rId20" Type="http://schemas.openxmlformats.org/officeDocument/2006/relationships/image" Target="../media/image15.png"/><Relationship Id="rId1" Type="http://schemas.openxmlformats.org/officeDocument/2006/relationships/slideLayout" Target="../slideLayouts/slideLayout4.xml"/><Relationship Id="rId6" Type="http://schemas.openxmlformats.org/officeDocument/2006/relationships/hyperlink" Target="https://arxiv.org/abs/2506.18216" TargetMode="External"/><Relationship Id="rId11" Type="http://schemas.openxmlformats.org/officeDocument/2006/relationships/image" Target="../media/image6.png"/><Relationship Id="rId5" Type="http://schemas.openxmlformats.org/officeDocument/2006/relationships/hyperlink" Target="https://www.mdpi.com/2076-3417/13/10/6032" TargetMode="External"/><Relationship Id="rId15" Type="http://schemas.openxmlformats.org/officeDocument/2006/relationships/image" Target="../media/image10.png"/><Relationship Id="rId23" Type="http://schemas.openxmlformats.org/officeDocument/2006/relationships/image" Target="../media/image18.png"/><Relationship Id="rId10" Type="http://schemas.openxmlformats.org/officeDocument/2006/relationships/image" Target="../media/image5.png"/><Relationship Id="rId19" Type="http://schemas.openxmlformats.org/officeDocument/2006/relationships/image" Target="../media/image14.png"/><Relationship Id="rId4" Type="http://schemas.openxmlformats.org/officeDocument/2006/relationships/hyperlink" Target="https://www.mdpi.com/2226-4310/11/3/240" TargetMode="External"/><Relationship Id="rId9" Type="http://schemas.openxmlformats.org/officeDocument/2006/relationships/image" Target="../media/image4.png"/><Relationship Id="rId14" Type="http://schemas.openxmlformats.org/officeDocument/2006/relationships/image" Target="../media/image9.png"/><Relationship Id="rId22"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85000"/>
          </a:schemeClr>
        </a:solidFill>
        <a:effectLst/>
      </p:bgPr>
    </p:bg>
    <p:spTree>
      <p:nvGrpSpPr>
        <p:cNvPr id="1" name=""/>
        <p:cNvGrpSpPr/>
        <p:nvPr/>
      </p:nvGrpSpPr>
      <p:grpSpPr>
        <a:xfrm>
          <a:off x="0" y="0"/>
          <a:ext cx="0" cy="0"/>
          <a:chOff x="0" y="0"/>
          <a:chExt cx="0" cy="0"/>
        </a:xfrm>
      </p:grpSpPr>
      <p:sp>
        <p:nvSpPr>
          <p:cNvPr id="4099" name="Rectangle 41">
            <a:extLst>
              <a:ext uri="{FF2B5EF4-FFF2-40B4-BE49-F238E27FC236}">
                <a16:creationId xmlns:a16="http://schemas.microsoft.com/office/drawing/2014/main" id="{48989873-E6A8-468B-926A-C87B8A8E78AD}"/>
              </a:ext>
            </a:extLst>
          </p:cNvPr>
          <p:cNvSpPr>
            <a:spLocks noChangeArrowheads="1"/>
          </p:cNvSpPr>
          <p:nvPr/>
        </p:nvSpPr>
        <p:spPr bwMode="auto">
          <a:xfrm>
            <a:off x="2743200" y="274638"/>
            <a:ext cx="340614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1556" tIns="95778" rIns="191556" bIns="95778" anchor="ctr"/>
          <a:lstStyle>
            <a:lvl1pPr defTabSz="4595813">
              <a:defRPr sz="22200">
                <a:solidFill>
                  <a:schemeClr val="tx2"/>
                </a:solidFill>
                <a:latin typeface="Arial" panose="020B0604020202020204" pitchFamily="34" charset="0"/>
                <a:ea typeface="MS PGothic" panose="020B0600070205080204" pitchFamily="34" charset="-128"/>
              </a:defRPr>
            </a:lvl1pPr>
            <a:lvl2pPr marL="742950" indent="-285750" defTabSz="4595813">
              <a:defRPr sz="22200">
                <a:solidFill>
                  <a:schemeClr val="tx2"/>
                </a:solidFill>
                <a:latin typeface="Arial" panose="020B0604020202020204" pitchFamily="34" charset="0"/>
                <a:ea typeface="MS PGothic" panose="020B0600070205080204" pitchFamily="34" charset="-128"/>
              </a:defRPr>
            </a:lvl2pPr>
            <a:lvl3pPr marL="1143000" indent="-228600" defTabSz="4595813">
              <a:defRPr sz="22200">
                <a:solidFill>
                  <a:schemeClr val="tx2"/>
                </a:solidFill>
                <a:latin typeface="Arial" panose="020B0604020202020204" pitchFamily="34" charset="0"/>
                <a:ea typeface="MS PGothic" panose="020B0600070205080204" pitchFamily="34" charset="-128"/>
              </a:defRPr>
            </a:lvl3pPr>
            <a:lvl4pPr marL="1600200" indent="-228600" defTabSz="4595813">
              <a:defRPr sz="22200">
                <a:solidFill>
                  <a:schemeClr val="tx2"/>
                </a:solidFill>
                <a:latin typeface="Arial" panose="020B0604020202020204" pitchFamily="34" charset="0"/>
                <a:ea typeface="MS PGothic" panose="020B0600070205080204" pitchFamily="34" charset="-128"/>
              </a:defRPr>
            </a:lvl4pPr>
            <a:lvl5pPr marL="2057400" indent="-228600" defTabSz="4595813">
              <a:defRPr sz="22200">
                <a:solidFill>
                  <a:schemeClr val="tx2"/>
                </a:solidFill>
                <a:latin typeface="Arial" panose="020B0604020202020204" pitchFamily="34" charset="0"/>
                <a:ea typeface="MS PGothic" panose="020B0600070205080204" pitchFamily="34" charset="-128"/>
              </a:defRPr>
            </a:lvl5pPr>
            <a:lvl6pPr marL="2514600" indent="-228600" defTabSz="4595813"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defTabSz="4595813"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defTabSz="4595813"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defTabSz="4595813"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ctr" eaLnBrk="1" hangingPunct="1"/>
            <a:r>
              <a:rPr lang="en-US" sz="11500" b="1" dirty="0">
                <a:latin typeface="Times New Roman" panose="02020603050405020304" pitchFamily="18" charset="0"/>
                <a:cs typeface="Times New Roman" panose="02020603050405020304" pitchFamily="18" charset="0"/>
              </a:rPr>
              <a:t>Python-Based Visual Analytics and Machine Learning Framework for Airline Flight Delay Prediction</a:t>
            </a:r>
            <a:endParaRPr lang="en-US" altLang="en-US" sz="11500" b="1" i="1" dirty="0">
              <a:solidFill>
                <a:srgbClr val="404040"/>
              </a:solidFill>
              <a:latin typeface="Times New Roman" panose="02020603050405020304" pitchFamily="18" charset="0"/>
              <a:cs typeface="Times New Roman" panose="02020603050405020304" pitchFamily="18" charset="0"/>
            </a:endParaRPr>
          </a:p>
        </p:txBody>
      </p:sp>
      <p:sp>
        <p:nvSpPr>
          <p:cNvPr id="4100" name="Text Box 4">
            <a:extLst>
              <a:ext uri="{FF2B5EF4-FFF2-40B4-BE49-F238E27FC236}">
                <a16:creationId xmlns:a16="http://schemas.microsoft.com/office/drawing/2014/main" id="{D0575B9A-4245-4507-BCDA-2A92851A11C7}"/>
              </a:ext>
            </a:extLst>
          </p:cNvPr>
          <p:cNvSpPr txBox="1">
            <a:spLocks noChangeArrowheads="1"/>
          </p:cNvSpPr>
          <p:nvPr/>
        </p:nvSpPr>
        <p:spPr bwMode="auto">
          <a:xfrm>
            <a:off x="13830300" y="6399213"/>
            <a:ext cx="12573000" cy="1116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1556" tIns="95778" rIns="191556" bIns="95778">
            <a:spAutoFit/>
          </a:bodyPr>
          <a:lstStyle>
            <a:lvl1pPr defTabSz="2193925">
              <a:defRPr sz="22200">
                <a:solidFill>
                  <a:schemeClr val="tx2"/>
                </a:solidFill>
                <a:latin typeface="Arial" panose="020B0604020202020204" pitchFamily="34" charset="0"/>
                <a:ea typeface="MS PGothic" panose="020B0600070205080204" pitchFamily="34" charset="-128"/>
              </a:defRPr>
            </a:lvl1pPr>
            <a:lvl2pPr marL="742950" indent="-285750" defTabSz="2193925">
              <a:defRPr sz="22200">
                <a:solidFill>
                  <a:schemeClr val="tx2"/>
                </a:solidFill>
                <a:latin typeface="Arial" panose="020B0604020202020204" pitchFamily="34" charset="0"/>
                <a:ea typeface="MS PGothic" panose="020B0600070205080204" pitchFamily="34" charset="-128"/>
              </a:defRPr>
            </a:lvl2pPr>
            <a:lvl3pPr marL="1143000" indent="-228600" defTabSz="2193925">
              <a:defRPr sz="22200">
                <a:solidFill>
                  <a:schemeClr val="tx2"/>
                </a:solidFill>
                <a:latin typeface="Arial" panose="020B0604020202020204" pitchFamily="34" charset="0"/>
                <a:ea typeface="MS PGothic" panose="020B0600070205080204" pitchFamily="34" charset="-128"/>
              </a:defRPr>
            </a:lvl3pPr>
            <a:lvl4pPr marL="1600200" indent="-228600" defTabSz="2193925">
              <a:defRPr sz="22200">
                <a:solidFill>
                  <a:schemeClr val="tx2"/>
                </a:solidFill>
                <a:latin typeface="Arial" panose="020B0604020202020204" pitchFamily="34" charset="0"/>
                <a:ea typeface="MS PGothic" panose="020B0600070205080204" pitchFamily="34" charset="-128"/>
              </a:defRPr>
            </a:lvl4pPr>
            <a:lvl5pPr marL="2057400" indent="-228600" defTabSz="2193925">
              <a:defRPr sz="22200">
                <a:solidFill>
                  <a:schemeClr val="tx2"/>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ctr" eaLnBrk="1" hangingPunct="1">
              <a:spcBef>
                <a:spcPct val="50000"/>
              </a:spcBef>
            </a:pPr>
            <a:r>
              <a:rPr lang="en-US" altLang="en-US" sz="6000" b="1" dirty="0">
                <a:solidFill>
                  <a:srgbClr val="0D0C0C"/>
                </a:solidFill>
                <a:latin typeface="Times New Roman" panose="02020603050405020304" pitchFamily="18" charset="0"/>
                <a:cs typeface="Times New Roman" panose="02020603050405020304" pitchFamily="18" charset="0"/>
              </a:rPr>
              <a:t>DATA AND METHODOLOGY</a:t>
            </a:r>
          </a:p>
        </p:txBody>
      </p:sp>
      <p:sp>
        <p:nvSpPr>
          <p:cNvPr id="4101" name="Text Box 5">
            <a:extLst>
              <a:ext uri="{FF2B5EF4-FFF2-40B4-BE49-F238E27FC236}">
                <a16:creationId xmlns:a16="http://schemas.microsoft.com/office/drawing/2014/main" id="{99360017-0C4B-4F2B-8716-2C760BE8F34E}"/>
              </a:ext>
            </a:extLst>
          </p:cNvPr>
          <p:cNvSpPr txBox="1">
            <a:spLocks noChangeArrowheads="1"/>
          </p:cNvSpPr>
          <p:nvPr/>
        </p:nvSpPr>
        <p:spPr bwMode="auto">
          <a:xfrm>
            <a:off x="457200" y="6399213"/>
            <a:ext cx="12573000" cy="1116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1556" tIns="95778" rIns="191556" bIns="95778">
            <a:spAutoFit/>
          </a:bodyPr>
          <a:lstStyle>
            <a:lvl1pPr defTabSz="2193925">
              <a:defRPr sz="22200">
                <a:solidFill>
                  <a:schemeClr val="tx2"/>
                </a:solidFill>
                <a:latin typeface="Arial" panose="020B0604020202020204" pitchFamily="34" charset="0"/>
                <a:ea typeface="MS PGothic" panose="020B0600070205080204" pitchFamily="34" charset="-128"/>
              </a:defRPr>
            </a:lvl1pPr>
            <a:lvl2pPr marL="742950" indent="-285750" defTabSz="2193925">
              <a:defRPr sz="22200">
                <a:solidFill>
                  <a:schemeClr val="tx2"/>
                </a:solidFill>
                <a:latin typeface="Arial" panose="020B0604020202020204" pitchFamily="34" charset="0"/>
                <a:ea typeface="MS PGothic" panose="020B0600070205080204" pitchFamily="34" charset="-128"/>
              </a:defRPr>
            </a:lvl2pPr>
            <a:lvl3pPr marL="1143000" indent="-228600" defTabSz="2193925">
              <a:defRPr sz="22200">
                <a:solidFill>
                  <a:schemeClr val="tx2"/>
                </a:solidFill>
                <a:latin typeface="Arial" panose="020B0604020202020204" pitchFamily="34" charset="0"/>
                <a:ea typeface="MS PGothic" panose="020B0600070205080204" pitchFamily="34" charset="-128"/>
              </a:defRPr>
            </a:lvl3pPr>
            <a:lvl4pPr marL="1600200" indent="-228600" defTabSz="2193925">
              <a:defRPr sz="22200">
                <a:solidFill>
                  <a:schemeClr val="tx2"/>
                </a:solidFill>
                <a:latin typeface="Arial" panose="020B0604020202020204" pitchFamily="34" charset="0"/>
                <a:ea typeface="MS PGothic" panose="020B0600070205080204" pitchFamily="34" charset="-128"/>
              </a:defRPr>
            </a:lvl4pPr>
            <a:lvl5pPr marL="2057400" indent="-228600" defTabSz="2193925">
              <a:defRPr sz="22200">
                <a:solidFill>
                  <a:schemeClr val="tx2"/>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ctr" eaLnBrk="1" hangingPunct="1">
              <a:spcBef>
                <a:spcPct val="50000"/>
              </a:spcBef>
            </a:pPr>
            <a:r>
              <a:rPr lang="en-US" altLang="en-US" sz="6000" b="1" dirty="0">
                <a:solidFill>
                  <a:srgbClr val="0D0C0C"/>
                </a:solidFill>
                <a:latin typeface="Times New Roman" panose="02020603050405020304" pitchFamily="18" charset="0"/>
                <a:cs typeface="Times New Roman" panose="02020603050405020304" pitchFamily="18" charset="0"/>
              </a:rPr>
              <a:t>INTRODUCTION</a:t>
            </a:r>
          </a:p>
        </p:txBody>
      </p:sp>
      <p:sp>
        <p:nvSpPr>
          <p:cNvPr id="4102" name="Text Box 7">
            <a:extLst>
              <a:ext uri="{FF2B5EF4-FFF2-40B4-BE49-F238E27FC236}">
                <a16:creationId xmlns:a16="http://schemas.microsoft.com/office/drawing/2014/main" id="{63F54C29-2593-4317-A3E4-2725529CB54E}"/>
              </a:ext>
            </a:extLst>
          </p:cNvPr>
          <p:cNvSpPr txBox="1">
            <a:spLocks noChangeArrowheads="1"/>
          </p:cNvSpPr>
          <p:nvPr/>
        </p:nvSpPr>
        <p:spPr bwMode="auto">
          <a:xfrm>
            <a:off x="27241500" y="6399213"/>
            <a:ext cx="12573000" cy="1116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1556" tIns="95778" rIns="191556" bIns="95778">
            <a:spAutoFit/>
          </a:bodyPr>
          <a:lstStyle>
            <a:lvl1pPr defTabSz="2193925">
              <a:defRPr sz="22200">
                <a:solidFill>
                  <a:schemeClr val="tx2"/>
                </a:solidFill>
                <a:latin typeface="Arial" panose="020B0604020202020204" pitchFamily="34" charset="0"/>
                <a:ea typeface="MS PGothic" panose="020B0600070205080204" pitchFamily="34" charset="-128"/>
              </a:defRPr>
            </a:lvl1pPr>
            <a:lvl2pPr marL="742950" indent="-285750" defTabSz="2193925">
              <a:defRPr sz="22200">
                <a:solidFill>
                  <a:schemeClr val="tx2"/>
                </a:solidFill>
                <a:latin typeface="Arial" panose="020B0604020202020204" pitchFamily="34" charset="0"/>
                <a:ea typeface="MS PGothic" panose="020B0600070205080204" pitchFamily="34" charset="-128"/>
              </a:defRPr>
            </a:lvl2pPr>
            <a:lvl3pPr marL="1143000" indent="-228600" defTabSz="2193925">
              <a:defRPr sz="22200">
                <a:solidFill>
                  <a:schemeClr val="tx2"/>
                </a:solidFill>
                <a:latin typeface="Arial" panose="020B0604020202020204" pitchFamily="34" charset="0"/>
                <a:ea typeface="MS PGothic" panose="020B0600070205080204" pitchFamily="34" charset="-128"/>
              </a:defRPr>
            </a:lvl3pPr>
            <a:lvl4pPr marL="1600200" indent="-228600" defTabSz="2193925">
              <a:defRPr sz="22200">
                <a:solidFill>
                  <a:schemeClr val="tx2"/>
                </a:solidFill>
                <a:latin typeface="Arial" panose="020B0604020202020204" pitchFamily="34" charset="0"/>
                <a:ea typeface="MS PGothic" panose="020B0600070205080204" pitchFamily="34" charset="-128"/>
              </a:defRPr>
            </a:lvl4pPr>
            <a:lvl5pPr marL="2057400" indent="-228600" defTabSz="2193925">
              <a:defRPr sz="22200">
                <a:solidFill>
                  <a:schemeClr val="tx2"/>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ctr" eaLnBrk="1" hangingPunct="1">
              <a:spcBef>
                <a:spcPct val="50000"/>
              </a:spcBef>
            </a:pPr>
            <a:r>
              <a:rPr lang="en-US" altLang="en-US" sz="6000" b="1" dirty="0">
                <a:solidFill>
                  <a:srgbClr val="0D0C0C"/>
                </a:solidFill>
                <a:latin typeface="Times New Roman" panose="02020603050405020304" pitchFamily="18" charset="0"/>
                <a:cs typeface="Times New Roman" panose="02020603050405020304" pitchFamily="18" charset="0"/>
              </a:rPr>
              <a:t>RESULTS</a:t>
            </a:r>
          </a:p>
        </p:txBody>
      </p:sp>
      <p:sp>
        <p:nvSpPr>
          <p:cNvPr id="4104" name="Text Box 7">
            <a:extLst>
              <a:ext uri="{FF2B5EF4-FFF2-40B4-BE49-F238E27FC236}">
                <a16:creationId xmlns:a16="http://schemas.microsoft.com/office/drawing/2014/main" id="{C1612627-536D-40A8-A693-F4D9B339AE15}"/>
              </a:ext>
            </a:extLst>
          </p:cNvPr>
          <p:cNvSpPr txBox="1">
            <a:spLocks noChangeArrowheads="1"/>
          </p:cNvSpPr>
          <p:nvPr/>
        </p:nvSpPr>
        <p:spPr bwMode="auto">
          <a:xfrm>
            <a:off x="26937120" y="23977601"/>
            <a:ext cx="12573000" cy="1116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1556" tIns="95778" rIns="191556" bIns="95778">
            <a:spAutoFit/>
          </a:bodyPr>
          <a:lstStyle>
            <a:lvl1pPr defTabSz="2193925">
              <a:defRPr sz="22200">
                <a:solidFill>
                  <a:schemeClr val="tx2"/>
                </a:solidFill>
                <a:latin typeface="Arial" panose="020B0604020202020204" pitchFamily="34" charset="0"/>
                <a:ea typeface="MS PGothic" panose="020B0600070205080204" pitchFamily="34" charset="-128"/>
              </a:defRPr>
            </a:lvl1pPr>
            <a:lvl2pPr marL="742950" indent="-285750" defTabSz="2193925">
              <a:defRPr sz="22200">
                <a:solidFill>
                  <a:schemeClr val="tx2"/>
                </a:solidFill>
                <a:latin typeface="Arial" panose="020B0604020202020204" pitchFamily="34" charset="0"/>
                <a:ea typeface="MS PGothic" panose="020B0600070205080204" pitchFamily="34" charset="-128"/>
              </a:defRPr>
            </a:lvl2pPr>
            <a:lvl3pPr marL="1143000" indent="-228600" defTabSz="2193925">
              <a:defRPr sz="22200">
                <a:solidFill>
                  <a:schemeClr val="tx2"/>
                </a:solidFill>
                <a:latin typeface="Arial" panose="020B0604020202020204" pitchFamily="34" charset="0"/>
                <a:ea typeface="MS PGothic" panose="020B0600070205080204" pitchFamily="34" charset="-128"/>
              </a:defRPr>
            </a:lvl3pPr>
            <a:lvl4pPr marL="1600200" indent="-228600" defTabSz="2193925">
              <a:defRPr sz="22200">
                <a:solidFill>
                  <a:schemeClr val="tx2"/>
                </a:solidFill>
                <a:latin typeface="Arial" panose="020B0604020202020204" pitchFamily="34" charset="0"/>
                <a:ea typeface="MS PGothic" panose="020B0600070205080204" pitchFamily="34" charset="-128"/>
              </a:defRPr>
            </a:lvl4pPr>
            <a:lvl5pPr marL="2057400" indent="-228600" defTabSz="2193925">
              <a:defRPr sz="22200">
                <a:solidFill>
                  <a:schemeClr val="tx2"/>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ctr" eaLnBrk="1" hangingPunct="1">
              <a:spcBef>
                <a:spcPct val="50000"/>
              </a:spcBef>
            </a:pPr>
            <a:r>
              <a:rPr lang="en-US" altLang="en-US" sz="6000" b="1" dirty="0">
                <a:solidFill>
                  <a:srgbClr val="0D0C0C"/>
                </a:solidFill>
                <a:latin typeface="Times New Roman" panose="02020603050405020304" pitchFamily="18" charset="0"/>
                <a:cs typeface="Times New Roman" panose="02020603050405020304" pitchFamily="18" charset="0"/>
              </a:rPr>
              <a:t>CONCLUSIONS</a:t>
            </a:r>
          </a:p>
        </p:txBody>
      </p:sp>
      <p:pic>
        <p:nvPicPr>
          <p:cNvPr id="4106" name="Picture 5" descr="Call4Posters_white.eps">
            <a:extLst>
              <a:ext uri="{FF2B5EF4-FFF2-40B4-BE49-F238E27FC236}">
                <a16:creationId xmlns:a16="http://schemas.microsoft.com/office/drawing/2014/main" id="{108A5821-5CD2-489E-95A4-DC3F39205E8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740300" y="58766075"/>
            <a:ext cx="4137025"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7" name="Rectangle 44">
            <a:extLst>
              <a:ext uri="{FF2B5EF4-FFF2-40B4-BE49-F238E27FC236}">
                <a16:creationId xmlns:a16="http://schemas.microsoft.com/office/drawing/2014/main" id="{E954FDB5-C09F-44EC-99C3-17B233FA6CA4}"/>
              </a:ext>
            </a:extLst>
          </p:cNvPr>
          <p:cNvSpPr>
            <a:spLocks noChangeArrowheads="1"/>
          </p:cNvSpPr>
          <p:nvPr/>
        </p:nvSpPr>
        <p:spPr bwMode="auto">
          <a:xfrm>
            <a:off x="-1" y="38925185"/>
            <a:ext cx="40327263" cy="171450"/>
          </a:xfrm>
          <a:prstGeom prst="rect">
            <a:avLst/>
          </a:prstGeom>
          <a:solidFill>
            <a:srgbClr val="2163A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1585" tIns="95793" rIns="191585" bIns="95793"/>
          <a:lstStyle>
            <a:lvl1pPr defTabSz="4595813">
              <a:defRPr sz="22200">
                <a:solidFill>
                  <a:schemeClr val="tx2"/>
                </a:solidFill>
                <a:latin typeface="Arial" panose="020B0604020202020204" pitchFamily="34" charset="0"/>
                <a:ea typeface="MS PGothic" panose="020B0600070205080204" pitchFamily="34" charset="-128"/>
              </a:defRPr>
            </a:lvl1pPr>
            <a:lvl2pPr marL="742950" indent="-285750" defTabSz="4595813">
              <a:defRPr sz="22200">
                <a:solidFill>
                  <a:schemeClr val="tx2"/>
                </a:solidFill>
                <a:latin typeface="Arial" panose="020B0604020202020204" pitchFamily="34" charset="0"/>
                <a:ea typeface="MS PGothic" panose="020B0600070205080204" pitchFamily="34" charset="-128"/>
              </a:defRPr>
            </a:lvl2pPr>
            <a:lvl3pPr marL="1143000" indent="-228600" defTabSz="4595813">
              <a:defRPr sz="22200">
                <a:solidFill>
                  <a:schemeClr val="tx2"/>
                </a:solidFill>
                <a:latin typeface="Arial" panose="020B0604020202020204" pitchFamily="34" charset="0"/>
                <a:ea typeface="MS PGothic" panose="020B0600070205080204" pitchFamily="34" charset="-128"/>
              </a:defRPr>
            </a:lvl3pPr>
            <a:lvl4pPr marL="1600200" indent="-228600" defTabSz="4595813">
              <a:defRPr sz="22200">
                <a:solidFill>
                  <a:schemeClr val="tx2"/>
                </a:solidFill>
                <a:latin typeface="Arial" panose="020B0604020202020204" pitchFamily="34" charset="0"/>
                <a:ea typeface="MS PGothic" panose="020B0600070205080204" pitchFamily="34" charset="-128"/>
              </a:defRPr>
            </a:lvl4pPr>
            <a:lvl5pPr marL="2057400" indent="-228600" defTabSz="4595813">
              <a:defRPr sz="22200">
                <a:solidFill>
                  <a:schemeClr val="tx2"/>
                </a:solidFill>
                <a:latin typeface="Arial" panose="020B0604020202020204" pitchFamily="34" charset="0"/>
                <a:ea typeface="MS PGothic" panose="020B0600070205080204" pitchFamily="34" charset="-128"/>
              </a:defRPr>
            </a:lvl5pPr>
            <a:lvl6pPr marL="2514600" indent="-228600" defTabSz="4595813"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defTabSz="4595813"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defTabSz="4595813"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defTabSz="4595813"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ctr" eaLnBrk="1" hangingPunct="1"/>
            <a:endParaRPr lang="en-US" altLang="en-US" sz="4000">
              <a:latin typeface="Times New Roman" panose="02020603050405020304" pitchFamily="18" charset="0"/>
              <a:cs typeface="Times New Roman" panose="02020603050405020304" pitchFamily="18" charset="0"/>
            </a:endParaRPr>
          </a:p>
        </p:txBody>
      </p:sp>
      <p:sp>
        <p:nvSpPr>
          <p:cNvPr id="48" name="Rectangle 47">
            <a:extLst>
              <a:ext uri="{FF2B5EF4-FFF2-40B4-BE49-F238E27FC236}">
                <a16:creationId xmlns:a16="http://schemas.microsoft.com/office/drawing/2014/main" id="{227E3E24-05A0-4AB8-87F6-B15C85AFC7BC}"/>
              </a:ext>
            </a:extLst>
          </p:cNvPr>
          <p:cNvSpPr/>
          <p:nvPr/>
        </p:nvSpPr>
        <p:spPr bwMode="auto">
          <a:xfrm>
            <a:off x="35204400" y="1646238"/>
            <a:ext cx="4343400" cy="2057400"/>
          </a:xfrm>
          <a:prstGeom prst="rect">
            <a:avLst/>
          </a:prstGeom>
          <a:noFill/>
          <a:ln w="9525" cap="flat" cmpd="sng" algn="ctr">
            <a:solidFill>
              <a:schemeClr val="bg1">
                <a:lumMod val="75000"/>
              </a:schemeClr>
            </a:solidFill>
            <a:prstDash val="solid"/>
            <a:round/>
            <a:headEnd type="none" w="med" len="med"/>
            <a:tailEnd type="none" w="med" len="med"/>
          </a:ln>
          <a:effectLst/>
        </p:spPr>
        <p:txBody>
          <a:bodyPr/>
          <a:lstStyle/>
          <a:p>
            <a:pPr algn="ctr" defTabSz="2193925" eaLnBrk="1" hangingPunct="1">
              <a:defRPr/>
            </a:pPr>
            <a:endParaRPr lang="en-US" sz="4000">
              <a:latin typeface="Times New Roman" panose="02020603050405020304" pitchFamily="18" charset="0"/>
              <a:ea typeface="ＭＳ Ｐゴシック" charset="0"/>
              <a:cs typeface="Times New Roman" panose="02020603050405020304" pitchFamily="18" charset="0"/>
            </a:endParaRPr>
          </a:p>
        </p:txBody>
      </p:sp>
      <p:sp>
        <p:nvSpPr>
          <p:cNvPr id="49" name="TextBox 39">
            <a:extLst>
              <a:ext uri="{FF2B5EF4-FFF2-40B4-BE49-F238E27FC236}">
                <a16:creationId xmlns:a16="http://schemas.microsoft.com/office/drawing/2014/main" id="{31E836C1-B138-4903-B4A7-D443E4E7BDD0}"/>
              </a:ext>
            </a:extLst>
          </p:cNvPr>
          <p:cNvSpPr txBox="1">
            <a:spLocks noChangeArrowheads="1"/>
          </p:cNvSpPr>
          <p:nvPr/>
        </p:nvSpPr>
        <p:spPr bwMode="auto">
          <a:xfrm>
            <a:off x="34747200" y="2140804"/>
            <a:ext cx="5257800" cy="809010"/>
          </a:xfrm>
          <a:prstGeom prst="rect">
            <a:avLst/>
          </a:prstGeom>
          <a:noFill/>
          <a:ln>
            <a:noFill/>
          </a:ln>
        </p:spPr>
        <p:txBody>
          <a:bodyPr wrap="square" lIns="191585" tIns="95793" rIns="191585" bIns="95793">
            <a:spAutoFit/>
          </a:bodyPr>
          <a:lstStyle>
            <a:lvl1pPr eaLnBrk="0" hangingPunct="0">
              <a:defRPr sz="10600">
                <a:solidFill>
                  <a:schemeClr val="tx2"/>
                </a:solidFill>
                <a:latin typeface="Arial" charset="0"/>
                <a:ea typeface="ＭＳ Ｐゴシック" charset="0"/>
                <a:cs typeface="ＭＳ Ｐゴシック" charset="0"/>
              </a:defRPr>
            </a:lvl1pPr>
            <a:lvl2pPr marL="742950" indent="-285750" eaLnBrk="0" hangingPunct="0">
              <a:defRPr sz="10600">
                <a:solidFill>
                  <a:schemeClr val="tx2"/>
                </a:solidFill>
                <a:latin typeface="Arial" charset="0"/>
                <a:ea typeface="ＭＳ Ｐゴシック" charset="0"/>
              </a:defRPr>
            </a:lvl2pPr>
            <a:lvl3pPr marL="1143000" indent="-228600" eaLnBrk="0" hangingPunct="0">
              <a:defRPr sz="10600">
                <a:solidFill>
                  <a:schemeClr val="tx2"/>
                </a:solidFill>
                <a:latin typeface="Arial" charset="0"/>
                <a:ea typeface="ＭＳ Ｐゴシック" charset="0"/>
              </a:defRPr>
            </a:lvl3pPr>
            <a:lvl4pPr marL="1600200" indent="-228600" eaLnBrk="0" hangingPunct="0">
              <a:defRPr sz="10600">
                <a:solidFill>
                  <a:schemeClr val="tx2"/>
                </a:solidFill>
                <a:latin typeface="Arial" charset="0"/>
                <a:ea typeface="ＭＳ Ｐゴシック" charset="0"/>
              </a:defRPr>
            </a:lvl4pPr>
            <a:lvl5pPr marL="2057400" indent="-228600" eaLnBrk="0" hangingPunct="0">
              <a:defRPr sz="10600">
                <a:solidFill>
                  <a:schemeClr val="tx2"/>
                </a:solidFill>
                <a:latin typeface="Arial" charset="0"/>
                <a:ea typeface="ＭＳ Ｐゴシック" charset="0"/>
              </a:defRPr>
            </a:lvl5pPr>
            <a:lvl6pPr marL="2514600" indent="-228600" algn="ctr" eaLnBrk="0" fontAlgn="base" hangingPunct="0">
              <a:spcBef>
                <a:spcPct val="0"/>
              </a:spcBef>
              <a:spcAft>
                <a:spcPct val="0"/>
              </a:spcAft>
              <a:defRPr sz="10600">
                <a:solidFill>
                  <a:schemeClr val="tx2"/>
                </a:solidFill>
                <a:latin typeface="Arial" charset="0"/>
                <a:ea typeface="ＭＳ Ｐゴシック" charset="0"/>
              </a:defRPr>
            </a:lvl6pPr>
            <a:lvl7pPr marL="2971800" indent="-228600" algn="ctr" eaLnBrk="0" fontAlgn="base" hangingPunct="0">
              <a:spcBef>
                <a:spcPct val="0"/>
              </a:spcBef>
              <a:spcAft>
                <a:spcPct val="0"/>
              </a:spcAft>
              <a:defRPr sz="10600">
                <a:solidFill>
                  <a:schemeClr val="tx2"/>
                </a:solidFill>
                <a:latin typeface="Arial" charset="0"/>
                <a:ea typeface="ＭＳ Ｐゴシック" charset="0"/>
              </a:defRPr>
            </a:lvl7pPr>
            <a:lvl8pPr marL="3429000" indent="-228600" algn="ctr" eaLnBrk="0" fontAlgn="base" hangingPunct="0">
              <a:spcBef>
                <a:spcPct val="0"/>
              </a:spcBef>
              <a:spcAft>
                <a:spcPct val="0"/>
              </a:spcAft>
              <a:defRPr sz="10600">
                <a:solidFill>
                  <a:schemeClr val="tx2"/>
                </a:solidFill>
                <a:latin typeface="Arial" charset="0"/>
                <a:ea typeface="ＭＳ Ｐゴシック" charset="0"/>
              </a:defRPr>
            </a:lvl8pPr>
            <a:lvl9pPr marL="3886200" indent="-228600" algn="ctr" eaLnBrk="0" fontAlgn="base" hangingPunct="0">
              <a:spcBef>
                <a:spcPct val="0"/>
              </a:spcBef>
              <a:spcAft>
                <a:spcPct val="0"/>
              </a:spcAft>
              <a:defRPr sz="10600">
                <a:solidFill>
                  <a:schemeClr val="tx2"/>
                </a:solidFill>
                <a:latin typeface="Arial" charset="0"/>
                <a:ea typeface="ＭＳ Ｐゴシック" charset="0"/>
              </a:defRPr>
            </a:lvl9pPr>
          </a:lstStyle>
          <a:p>
            <a:pPr algn="ctr" eaLnBrk="1" hangingPunct="1">
              <a:defRPr/>
            </a:pPr>
            <a:r>
              <a:rPr lang="en-US" sz="4000" b="1" dirty="0">
                <a:solidFill>
                  <a:srgbClr val="FF0000"/>
                </a:solidFill>
                <a:latin typeface="Times New Roman" panose="02020603050405020304" pitchFamily="18" charset="0"/>
                <a:cs typeface="Times New Roman" panose="02020603050405020304" pitchFamily="18" charset="0"/>
              </a:rPr>
              <a:t>Poster No</a:t>
            </a:r>
          </a:p>
        </p:txBody>
      </p:sp>
      <p:sp>
        <p:nvSpPr>
          <p:cNvPr id="4111" name="Rectangle 49">
            <a:extLst>
              <a:ext uri="{FF2B5EF4-FFF2-40B4-BE49-F238E27FC236}">
                <a16:creationId xmlns:a16="http://schemas.microsoft.com/office/drawing/2014/main" id="{52FA041A-2E74-44BB-B4E4-DEE37BB4EA18}"/>
              </a:ext>
            </a:extLst>
          </p:cNvPr>
          <p:cNvSpPr>
            <a:spLocks noChangeArrowheads="1"/>
          </p:cNvSpPr>
          <p:nvPr/>
        </p:nvSpPr>
        <p:spPr bwMode="auto">
          <a:xfrm>
            <a:off x="27736800" y="25282692"/>
            <a:ext cx="11430000" cy="100013"/>
          </a:xfrm>
          <a:prstGeom prst="rect">
            <a:avLst/>
          </a:prstGeom>
          <a:solidFill>
            <a:srgbClr val="2163A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defTabSz="2193925">
              <a:defRPr sz="22200">
                <a:solidFill>
                  <a:schemeClr val="tx2"/>
                </a:solidFill>
                <a:latin typeface="Arial" panose="020B0604020202020204" pitchFamily="34" charset="0"/>
                <a:ea typeface="MS PGothic" panose="020B0600070205080204" pitchFamily="34" charset="-128"/>
              </a:defRPr>
            </a:lvl1pPr>
            <a:lvl2pPr marL="742950" indent="-285750" defTabSz="2193925">
              <a:defRPr sz="22200">
                <a:solidFill>
                  <a:schemeClr val="tx2"/>
                </a:solidFill>
                <a:latin typeface="Arial" panose="020B0604020202020204" pitchFamily="34" charset="0"/>
                <a:ea typeface="MS PGothic" panose="020B0600070205080204" pitchFamily="34" charset="-128"/>
              </a:defRPr>
            </a:lvl2pPr>
            <a:lvl3pPr marL="1143000" indent="-228600" defTabSz="2193925">
              <a:defRPr sz="22200">
                <a:solidFill>
                  <a:schemeClr val="tx2"/>
                </a:solidFill>
                <a:latin typeface="Arial" panose="020B0604020202020204" pitchFamily="34" charset="0"/>
                <a:ea typeface="MS PGothic" panose="020B0600070205080204" pitchFamily="34" charset="-128"/>
              </a:defRPr>
            </a:lvl3pPr>
            <a:lvl4pPr marL="1600200" indent="-228600" defTabSz="2193925">
              <a:defRPr sz="22200">
                <a:solidFill>
                  <a:schemeClr val="tx2"/>
                </a:solidFill>
                <a:latin typeface="Arial" panose="020B0604020202020204" pitchFamily="34" charset="0"/>
                <a:ea typeface="MS PGothic" panose="020B0600070205080204" pitchFamily="34" charset="-128"/>
              </a:defRPr>
            </a:lvl4pPr>
            <a:lvl5pPr marL="2057400" indent="-228600" defTabSz="2193925">
              <a:defRPr sz="22200">
                <a:solidFill>
                  <a:schemeClr val="tx2"/>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ctr" eaLnBrk="1" hangingPunct="1"/>
            <a:endParaRPr lang="en-US" altLang="en-US" sz="4000">
              <a:latin typeface="Times New Roman" panose="02020603050405020304" pitchFamily="18" charset="0"/>
              <a:cs typeface="Times New Roman" panose="02020603050405020304" pitchFamily="18" charset="0"/>
            </a:endParaRPr>
          </a:p>
        </p:txBody>
      </p:sp>
      <p:sp>
        <p:nvSpPr>
          <p:cNvPr id="4112" name="Rectangle 50">
            <a:extLst>
              <a:ext uri="{FF2B5EF4-FFF2-40B4-BE49-F238E27FC236}">
                <a16:creationId xmlns:a16="http://schemas.microsoft.com/office/drawing/2014/main" id="{5FC8BA9D-4A69-4163-BD46-E7544F28765C}"/>
              </a:ext>
            </a:extLst>
          </p:cNvPr>
          <p:cNvSpPr>
            <a:spLocks noChangeArrowheads="1"/>
          </p:cNvSpPr>
          <p:nvPr/>
        </p:nvSpPr>
        <p:spPr bwMode="auto">
          <a:xfrm>
            <a:off x="27813000" y="7688263"/>
            <a:ext cx="11430000" cy="98425"/>
          </a:xfrm>
          <a:prstGeom prst="rect">
            <a:avLst/>
          </a:prstGeom>
          <a:solidFill>
            <a:srgbClr val="2163A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defTabSz="2193925">
              <a:defRPr sz="22200">
                <a:solidFill>
                  <a:schemeClr val="tx2"/>
                </a:solidFill>
                <a:latin typeface="Arial" panose="020B0604020202020204" pitchFamily="34" charset="0"/>
                <a:ea typeface="MS PGothic" panose="020B0600070205080204" pitchFamily="34" charset="-128"/>
              </a:defRPr>
            </a:lvl1pPr>
            <a:lvl2pPr marL="742950" indent="-285750" defTabSz="2193925">
              <a:defRPr sz="22200">
                <a:solidFill>
                  <a:schemeClr val="tx2"/>
                </a:solidFill>
                <a:latin typeface="Arial" panose="020B0604020202020204" pitchFamily="34" charset="0"/>
                <a:ea typeface="MS PGothic" panose="020B0600070205080204" pitchFamily="34" charset="-128"/>
              </a:defRPr>
            </a:lvl2pPr>
            <a:lvl3pPr marL="1143000" indent="-228600" defTabSz="2193925">
              <a:defRPr sz="22200">
                <a:solidFill>
                  <a:schemeClr val="tx2"/>
                </a:solidFill>
                <a:latin typeface="Arial" panose="020B0604020202020204" pitchFamily="34" charset="0"/>
                <a:ea typeface="MS PGothic" panose="020B0600070205080204" pitchFamily="34" charset="-128"/>
              </a:defRPr>
            </a:lvl3pPr>
            <a:lvl4pPr marL="1600200" indent="-228600" defTabSz="2193925">
              <a:defRPr sz="22200">
                <a:solidFill>
                  <a:schemeClr val="tx2"/>
                </a:solidFill>
                <a:latin typeface="Arial" panose="020B0604020202020204" pitchFamily="34" charset="0"/>
                <a:ea typeface="MS PGothic" panose="020B0600070205080204" pitchFamily="34" charset="-128"/>
              </a:defRPr>
            </a:lvl4pPr>
            <a:lvl5pPr marL="2057400" indent="-228600" defTabSz="2193925">
              <a:defRPr sz="22200">
                <a:solidFill>
                  <a:schemeClr val="tx2"/>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ctr" eaLnBrk="1" hangingPunct="1"/>
            <a:endParaRPr lang="en-US" altLang="en-US" sz="4000">
              <a:latin typeface="Times New Roman" panose="02020603050405020304" pitchFamily="18" charset="0"/>
              <a:cs typeface="Times New Roman" panose="02020603050405020304" pitchFamily="18" charset="0"/>
            </a:endParaRPr>
          </a:p>
        </p:txBody>
      </p:sp>
      <p:sp>
        <p:nvSpPr>
          <p:cNvPr id="4113" name="Rectangle 51">
            <a:extLst>
              <a:ext uri="{FF2B5EF4-FFF2-40B4-BE49-F238E27FC236}">
                <a16:creationId xmlns:a16="http://schemas.microsoft.com/office/drawing/2014/main" id="{FA089C68-28B9-457E-A113-2F1866D01540}"/>
              </a:ext>
            </a:extLst>
          </p:cNvPr>
          <p:cNvSpPr>
            <a:spLocks noChangeArrowheads="1"/>
          </p:cNvSpPr>
          <p:nvPr/>
        </p:nvSpPr>
        <p:spPr bwMode="auto">
          <a:xfrm>
            <a:off x="14401800" y="7688263"/>
            <a:ext cx="11430000" cy="98425"/>
          </a:xfrm>
          <a:prstGeom prst="rect">
            <a:avLst/>
          </a:prstGeom>
          <a:solidFill>
            <a:srgbClr val="2163A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defTabSz="2193925">
              <a:defRPr sz="22200">
                <a:solidFill>
                  <a:schemeClr val="tx2"/>
                </a:solidFill>
                <a:latin typeface="Arial" panose="020B0604020202020204" pitchFamily="34" charset="0"/>
                <a:ea typeface="MS PGothic" panose="020B0600070205080204" pitchFamily="34" charset="-128"/>
              </a:defRPr>
            </a:lvl1pPr>
            <a:lvl2pPr marL="742950" indent="-285750" defTabSz="2193925">
              <a:defRPr sz="22200">
                <a:solidFill>
                  <a:schemeClr val="tx2"/>
                </a:solidFill>
                <a:latin typeface="Arial" panose="020B0604020202020204" pitchFamily="34" charset="0"/>
                <a:ea typeface="MS PGothic" panose="020B0600070205080204" pitchFamily="34" charset="-128"/>
              </a:defRPr>
            </a:lvl2pPr>
            <a:lvl3pPr marL="1143000" indent="-228600" defTabSz="2193925">
              <a:defRPr sz="22200">
                <a:solidFill>
                  <a:schemeClr val="tx2"/>
                </a:solidFill>
                <a:latin typeface="Arial" panose="020B0604020202020204" pitchFamily="34" charset="0"/>
                <a:ea typeface="MS PGothic" panose="020B0600070205080204" pitchFamily="34" charset="-128"/>
              </a:defRPr>
            </a:lvl3pPr>
            <a:lvl4pPr marL="1600200" indent="-228600" defTabSz="2193925">
              <a:defRPr sz="22200">
                <a:solidFill>
                  <a:schemeClr val="tx2"/>
                </a:solidFill>
                <a:latin typeface="Arial" panose="020B0604020202020204" pitchFamily="34" charset="0"/>
                <a:ea typeface="MS PGothic" panose="020B0600070205080204" pitchFamily="34" charset="-128"/>
              </a:defRPr>
            </a:lvl4pPr>
            <a:lvl5pPr marL="2057400" indent="-228600" defTabSz="2193925">
              <a:defRPr sz="22200">
                <a:solidFill>
                  <a:schemeClr val="tx2"/>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ctr" eaLnBrk="1" hangingPunct="1"/>
            <a:endParaRPr lang="en-US" altLang="en-US" sz="4000">
              <a:latin typeface="Times New Roman" panose="02020603050405020304" pitchFamily="18" charset="0"/>
              <a:cs typeface="Times New Roman" panose="02020603050405020304" pitchFamily="18" charset="0"/>
            </a:endParaRPr>
          </a:p>
        </p:txBody>
      </p:sp>
      <p:sp>
        <p:nvSpPr>
          <p:cNvPr id="4114" name="Rectangle 52">
            <a:extLst>
              <a:ext uri="{FF2B5EF4-FFF2-40B4-BE49-F238E27FC236}">
                <a16:creationId xmlns:a16="http://schemas.microsoft.com/office/drawing/2014/main" id="{83BDECD1-5A94-47AE-B46E-864BE1CF3C4E}"/>
              </a:ext>
            </a:extLst>
          </p:cNvPr>
          <p:cNvSpPr>
            <a:spLocks noChangeArrowheads="1"/>
          </p:cNvSpPr>
          <p:nvPr/>
        </p:nvSpPr>
        <p:spPr bwMode="auto">
          <a:xfrm>
            <a:off x="914400" y="7688263"/>
            <a:ext cx="11430000" cy="98425"/>
          </a:xfrm>
          <a:prstGeom prst="rect">
            <a:avLst/>
          </a:prstGeom>
          <a:solidFill>
            <a:srgbClr val="2163A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defTabSz="2193925">
              <a:defRPr sz="22200">
                <a:solidFill>
                  <a:schemeClr val="tx2"/>
                </a:solidFill>
                <a:latin typeface="Arial" panose="020B0604020202020204" pitchFamily="34" charset="0"/>
                <a:ea typeface="MS PGothic" panose="020B0600070205080204" pitchFamily="34" charset="-128"/>
              </a:defRPr>
            </a:lvl1pPr>
            <a:lvl2pPr marL="742950" indent="-285750" defTabSz="2193925">
              <a:defRPr sz="22200">
                <a:solidFill>
                  <a:schemeClr val="tx2"/>
                </a:solidFill>
                <a:latin typeface="Arial" panose="020B0604020202020204" pitchFamily="34" charset="0"/>
                <a:ea typeface="MS PGothic" panose="020B0600070205080204" pitchFamily="34" charset="-128"/>
              </a:defRPr>
            </a:lvl2pPr>
            <a:lvl3pPr marL="1143000" indent="-228600" defTabSz="2193925">
              <a:defRPr sz="22200">
                <a:solidFill>
                  <a:schemeClr val="tx2"/>
                </a:solidFill>
                <a:latin typeface="Arial" panose="020B0604020202020204" pitchFamily="34" charset="0"/>
                <a:ea typeface="MS PGothic" panose="020B0600070205080204" pitchFamily="34" charset="-128"/>
              </a:defRPr>
            </a:lvl3pPr>
            <a:lvl4pPr marL="1600200" indent="-228600" defTabSz="2193925">
              <a:defRPr sz="22200">
                <a:solidFill>
                  <a:schemeClr val="tx2"/>
                </a:solidFill>
                <a:latin typeface="Arial" panose="020B0604020202020204" pitchFamily="34" charset="0"/>
                <a:ea typeface="MS PGothic" panose="020B0600070205080204" pitchFamily="34" charset="-128"/>
              </a:defRPr>
            </a:lvl4pPr>
            <a:lvl5pPr marL="2057400" indent="-228600" defTabSz="2193925">
              <a:defRPr sz="22200">
                <a:solidFill>
                  <a:schemeClr val="tx2"/>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ctr" eaLnBrk="1" hangingPunct="1"/>
            <a:endParaRPr lang="en-US" altLang="en-US" sz="4000">
              <a:latin typeface="Times New Roman" panose="02020603050405020304" pitchFamily="18" charset="0"/>
              <a:cs typeface="Times New Roman" panose="02020603050405020304" pitchFamily="18" charset="0"/>
            </a:endParaRPr>
          </a:p>
        </p:txBody>
      </p:sp>
      <p:sp>
        <p:nvSpPr>
          <p:cNvPr id="4115" name="Rectangle 44">
            <a:extLst>
              <a:ext uri="{FF2B5EF4-FFF2-40B4-BE49-F238E27FC236}">
                <a16:creationId xmlns:a16="http://schemas.microsoft.com/office/drawing/2014/main" id="{64EDABDA-5074-44E2-9DD4-1A1B6A6074D4}"/>
              </a:ext>
            </a:extLst>
          </p:cNvPr>
          <p:cNvSpPr>
            <a:spLocks noChangeArrowheads="1"/>
          </p:cNvSpPr>
          <p:nvPr/>
        </p:nvSpPr>
        <p:spPr bwMode="auto">
          <a:xfrm>
            <a:off x="0" y="5086350"/>
            <a:ext cx="40327263" cy="446088"/>
          </a:xfrm>
          <a:prstGeom prst="rect">
            <a:avLst/>
          </a:prstGeom>
          <a:solidFill>
            <a:schemeClr val="accent6">
              <a:lumMod val="40000"/>
              <a:lumOff val="60000"/>
            </a:schemeClr>
          </a:solidFill>
          <a:ln>
            <a:noFill/>
          </a:ln>
        </p:spPr>
        <p:txBody>
          <a:bodyPr lIns="191585" tIns="95793" rIns="191585" bIns="95793"/>
          <a:lstStyle>
            <a:lvl1pPr defTabSz="4595813">
              <a:defRPr sz="22200">
                <a:solidFill>
                  <a:schemeClr val="tx2"/>
                </a:solidFill>
                <a:latin typeface="Arial" panose="020B0604020202020204" pitchFamily="34" charset="0"/>
                <a:ea typeface="MS PGothic" panose="020B0600070205080204" pitchFamily="34" charset="-128"/>
              </a:defRPr>
            </a:lvl1pPr>
            <a:lvl2pPr marL="742950" indent="-285750" defTabSz="4595813">
              <a:defRPr sz="22200">
                <a:solidFill>
                  <a:schemeClr val="tx2"/>
                </a:solidFill>
                <a:latin typeface="Arial" panose="020B0604020202020204" pitchFamily="34" charset="0"/>
                <a:ea typeface="MS PGothic" panose="020B0600070205080204" pitchFamily="34" charset="-128"/>
              </a:defRPr>
            </a:lvl2pPr>
            <a:lvl3pPr marL="1143000" indent="-228600" defTabSz="4595813">
              <a:defRPr sz="22200">
                <a:solidFill>
                  <a:schemeClr val="tx2"/>
                </a:solidFill>
                <a:latin typeface="Arial" panose="020B0604020202020204" pitchFamily="34" charset="0"/>
                <a:ea typeface="MS PGothic" panose="020B0600070205080204" pitchFamily="34" charset="-128"/>
              </a:defRPr>
            </a:lvl3pPr>
            <a:lvl4pPr marL="1600200" indent="-228600" defTabSz="4595813">
              <a:defRPr sz="22200">
                <a:solidFill>
                  <a:schemeClr val="tx2"/>
                </a:solidFill>
                <a:latin typeface="Arial" panose="020B0604020202020204" pitchFamily="34" charset="0"/>
                <a:ea typeface="MS PGothic" panose="020B0600070205080204" pitchFamily="34" charset="-128"/>
              </a:defRPr>
            </a:lvl4pPr>
            <a:lvl5pPr marL="2057400" indent="-228600" defTabSz="4595813">
              <a:defRPr sz="22200">
                <a:solidFill>
                  <a:schemeClr val="tx2"/>
                </a:solidFill>
                <a:latin typeface="Arial" panose="020B0604020202020204" pitchFamily="34" charset="0"/>
                <a:ea typeface="MS PGothic" panose="020B0600070205080204" pitchFamily="34" charset="-128"/>
              </a:defRPr>
            </a:lvl5pPr>
            <a:lvl6pPr marL="2514600" indent="-228600" defTabSz="4595813"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defTabSz="4595813"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defTabSz="4595813"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defTabSz="4595813"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ctr" eaLnBrk="1" hangingPunct="1"/>
            <a:endParaRPr lang="en-US" altLang="en-US" sz="4000">
              <a:latin typeface="Times New Roman" panose="02020603050405020304" pitchFamily="18" charset="0"/>
              <a:cs typeface="Times New Roman" panose="02020603050405020304" pitchFamily="18" charset="0"/>
            </a:endParaRPr>
          </a:p>
        </p:txBody>
      </p:sp>
      <p:sp>
        <p:nvSpPr>
          <p:cNvPr id="4116" name="TextBox 6">
            <a:extLst>
              <a:ext uri="{FF2B5EF4-FFF2-40B4-BE49-F238E27FC236}">
                <a16:creationId xmlns:a16="http://schemas.microsoft.com/office/drawing/2014/main" id="{673818D9-5E7F-448E-AB14-08377F0BCA6E}"/>
              </a:ext>
            </a:extLst>
          </p:cNvPr>
          <p:cNvSpPr txBox="1">
            <a:spLocks noChangeArrowheads="1"/>
          </p:cNvSpPr>
          <p:nvPr/>
        </p:nvSpPr>
        <p:spPr bwMode="auto">
          <a:xfrm>
            <a:off x="914400" y="7938819"/>
            <a:ext cx="11430000" cy="7848302"/>
          </a:xfrm>
          <a:prstGeom prst="rect">
            <a:avLst/>
          </a:prstGeom>
          <a:solidFill>
            <a:schemeClr val="accent3">
              <a:lumMod val="85000"/>
            </a:schemeClr>
          </a:solidFill>
          <a:ln>
            <a:noFill/>
          </a:ln>
        </p:spPr>
        <p:txBody>
          <a:bodyPr>
            <a:spAutoFit/>
          </a:bodyPr>
          <a:lstStyle>
            <a:lvl1pPr>
              <a:defRPr sz="22200">
                <a:solidFill>
                  <a:schemeClr val="tx2"/>
                </a:solidFill>
                <a:latin typeface="Arial" panose="020B0604020202020204" pitchFamily="34" charset="0"/>
                <a:ea typeface="MS PGothic" panose="020B0600070205080204" pitchFamily="34" charset="-128"/>
              </a:defRPr>
            </a:lvl1pPr>
            <a:lvl2pPr marL="742950" indent="-285750">
              <a:defRPr sz="22200">
                <a:solidFill>
                  <a:schemeClr val="tx2"/>
                </a:solidFill>
                <a:latin typeface="Arial" panose="020B0604020202020204" pitchFamily="34" charset="0"/>
                <a:ea typeface="MS PGothic" panose="020B0600070205080204" pitchFamily="34" charset="-128"/>
              </a:defRPr>
            </a:lvl2pPr>
            <a:lvl3pPr marL="1143000" indent="-228600">
              <a:defRPr sz="22200">
                <a:solidFill>
                  <a:schemeClr val="tx2"/>
                </a:solidFill>
                <a:latin typeface="Arial" panose="020B0604020202020204" pitchFamily="34" charset="0"/>
                <a:ea typeface="MS PGothic" panose="020B0600070205080204" pitchFamily="34" charset="-128"/>
              </a:defRPr>
            </a:lvl3pPr>
            <a:lvl4pPr marL="1600200" indent="-228600">
              <a:defRPr sz="22200">
                <a:solidFill>
                  <a:schemeClr val="tx2"/>
                </a:solidFill>
                <a:latin typeface="Arial" panose="020B0604020202020204" pitchFamily="34" charset="0"/>
                <a:ea typeface="MS PGothic" panose="020B0600070205080204" pitchFamily="34" charset="-128"/>
              </a:defRPr>
            </a:lvl4pPr>
            <a:lvl5pPr marL="2057400" indent="-228600">
              <a:defRPr sz="222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just" eaLnBrk="1" hangingPunct="1">
              <a:lnSpc>
                <a:spcPct val="150000"/>
              </a:lnSpc>
            </a:pPr>
            <a:r>
              <a:rPr lang="en-US" sz="2800" dirty="0">
                <a:latin typeface="Times New Roman" panose="02020603050405020304" pitchFamily="18" charset="0"/>
                <a:cs typeface="Times New Roman" panose="02020603050405020304" pitchFamily="18" charset="0"/>
              </a:rPr>
              <a:t>The aviation industry plays a crucial role in global connectivity; however, flight delays remain a persistent operational challenge affecting airlines, airports, and passengers. Delays result from complex interactions between weather conditions, airport congestion, airline scheduling inefficiencies, and air traffic control limitations. Traditional statistical methods often fail to capture these nonlinear relationships within large aviation datasets. Recent advancements in data science, particularly Python-based visualization tools and machine learning (ML) models, offer improved analytical capabilities. This study proposes an integrated, open-source framework that combines visual analytics, machine learning, deep learning, and explainable artificial intelligence (XAI) to enhance delay prediction accuracy and interpretability (Nunez-Portillo et. al., 2024)..</a:t>
            </a:r>
            <a:endParaRPr lang="en-US" altLang="en-US" sz="2800" dirty="0">
              <a:latin typeface="Times New Roman" panose="02020603050405020304" pitchFamily="18" charset="0"/>
              <a:cs typeface="Times New Roman" panose="02020603050405020304" pitchFamily="18" charset="0"/>
            </a:endParaRPr>
          </a:p>
        </p:txBody>
      </p:sp>
      <p:sp>
        <p:nvSpPr>
          <p:cNvPr id="4117" name="TextBox 56">
            <a:extLst>
              <a:ext uri="{FF2B5EF4-FFF2-40B4-BE49-F238E27FC236}">
                <a16:creationId xmlns:a16="http://schemas.microsoft.com/office/drawing/2014/main" id="{2C07FDE1-9204-4E65-B17D-D52F487CEAB5}"/>
              </a:ext>
            </a:extLst>
          </p:cNvPr>
          <p:cNvSpPr txBox="1">
            <a:spLocks noChangeArrowheads="1"/>
          </p:cNvSpPr>
          <p:nvPr/>
        </p:nvSpPr>
        <p:spPr bwMode="auto">
          <a:xfrm>
            <a:off x="13881103" y="8203903"/>
            <a:ext cx="12326709" cy="8217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2200">
                <a:solidFill>
                  <a:schemeClr val="tx2"/>
                </a:solidFill>
                <a:latin typeface="Arial" panose="020B0604020202020204" pitchFamily="34" charset="0"/>
                <a:ea typeface="MS PGothic" panose="020B0600070205080204" pitchFamily="34" charset="-128"/>
              </a:defRPr>
            </a:lvl1pPr>
            <a:lvl2pPr marL="742950" indent="-285750">
              <a:defRPr sz="22200">
                <a:solidFill>
                  <a:schemeClr val="tx2"/>
                </a:solidFill>
                <a:latin typeface="Arial" panose="020B0604020202020204" pitchFamily="34" charset="0"/>
                <a:ea typeface="MS PGothic" panose="020B0600070205080204" pitchFamily="34" charset="-128"/>
              </a:defRPr>
            </a:lvl2pPr>
            <a:lvl3pPr marL="1143000" indent="-228600">
              <a:defRPr sz="22200">
                <a:solidFill>
                  <a:schemeClr val="tx2"/>
                </a:solidFill>
                <a:latin typeface="Arial" panose="020B0604020202020204" pitchFamily="34" charset="0"/>
                <a:ea typeface="MS PGothic" panose="020B0600070205080204" pitchFamily="34" charset="-128"/>
              </a:defRPr>
            </a:lvl3pPr>
            <a:lvl4pPr marL="1600200" indent="-228600">
              <a:defRPr sz="22200">
                <a:solidFill>
                  <a:schemeClr val="tx2"/>
                </a:solidFill>
                <a:latin typeface="Arial" panose="020B0604020202020204" pitchFamily="34" charset="0"/>
                <a:ea typeface="MS PGothic" panose="020B0600070205080204" pitchFamily="34" charset="-128"/>
              </a:defRPr>
            </a:lvl4pPr>
            <a:lvl5pPr marL="2057400" indent="-228600">
              <a:defRPr sz="222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just">
              <a:lnSpc>
                <a:spcPct val="150000"/>
              </a:lnSpc>
            </a:pPr>
            <a:r>
              <a:rPr lang="en-US" sz="3200" dirty="0">
                <a:latin typeface="Times New Roman" panose="02020603050405020304" pitchFamily="18" charset="0"/>
                <a:cs typeface="Times New Roman" panose="02020603050405020304" pitchFamily="18" charset="0"/>
              </a:rPr>
              <a:t>The study </a:t>
            </a:r>
            <a:r>
              <a:rPr lang="en-US" sz="3200" dirty="0" err="1">
                <a:latin typeface="Times New Roman" panose="02020603050405020304" pitchFamily="18" charset="0"/>
                <a:cs typeface="Times New Roman" panose="02020603050405020304" pitchFamily="18" charset="0"/>
              </a:rPr>
              <a:t>utilises</a:t>
            </a:r>
            <a:r>
              <a:rPr lang="en-US" sz="3200" dirty="0">
                <a:latin typeface="Times New Roman" panose="02020603050405020304" pitchFamily="18" charset="0"/>
                <a:cs typeface="Times New Roman" panose="02020603050405020304" pitchFamily="18" charset="0"/>
              </a:rPr>
              <a:t> a publicly available </a:t>
            </a:r>
            <a:r>
              <a:rPr lang="en-US" sz="3200" dirty="0" err="1">
                <a:latin typeface="Times New Roman" panose="02020603050405020304" pitchFamily="18" charset="0"/>
                <a:cs typeface="Times New Roman" panose="02020603050405020304" pitchFamily="18" charset="0"/>
              </a:rPr>
              <a:t>Kaggle</a:t>
            </a:r>
            <a:r>
              <a:rPr lang="en-US" sz="3200" dirty="0">
                <a:latin typeface="Times New Roman" panose="02020603050405020304" pitchFamily="18" charset="0"/>
                <a:cs typeface="Times New Roman" panose="02020603050405020304" pitchFamily="18" charset="0"/>
              </a:rPr>
              <a:t> flight delay dataset comprising 563,737 domestic flight records. Data preprocessing included missing value treatment, categorical encoding, feature engineering, and temporal transformation. Exploratory Data Analysis (EDA) was conducted using Python libraries such as </a:t>
            </a:r>
            <a:r>
              <a:rPr lang="en-US" sz="3200" dirty="0" err="1">
                <a:latin typeface="Times New Roman" panose="02020603050405020304" pitchFamily="18" charset="0"/>
                <a:cs typeface="Times New Roman" panose="02020603050405020304" pitchFamily="18" charset="0"/>
              </a:rPr>
              <a:t>Matplotlib</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Seaborn</a:t>
            </a:r>
            <a:r>
              <a:rPr lang="en-US" sz="3200" dirty="0">
                <a:latin typeface="Times New Roman" panose="02020603050405020304" pitchFamily="18" charset="0"/>
                <a:cs typeface="Times New Roman" panose="02020603050405020304" pitchFamily="18" charset="0"/>
              </a:rPr>
              <a:t>, and </a:t>
            </a:r>
            <a:r>
              <a:rPr lang="en-US" sz="3200" dirty="0" err="1">
                <a:latin typeface="Times New Roman" panose="02020603050405020304" pitchFamily="18" charset="0"/>
                <a:cs typeface="Times New Roman" panose="02020603050405020304" pitchFamily="18" charset="0"/>
              </a:rPr>
              <a:t>Plotly.Machine</a:t>
            </a:r>
            <a:r>
              <a:rPr lang="en-US" sz="3200" dirty="0">
                <a:latin typeface="Times New Roman" panose="02020603050405020304" pitchFamily="18" charset="0"/>
                <a:cs typeface="Times New Roman" panose="02020603050405020304" pitchFamily="18" charset="0"/>
              </a:rPr>
              <a:t> learning models including Logistic Regression, Random Forest, and Gradient Boosting were implemented for binary delay classification, while an LSTM deep learning model was used for continuous delay prediction. Model performance was evaluated using accuracy, precision, recall, F1-score, ROC-AUC, MAE, RMSE, and R² metrics.</a:t>
            </a:r>
          </a:p>
        </p:txBody>
      </p:sp>
      <p:sp>
        <p:nvSpPr>
          <p:cNvPr id="4124" name="TextBox 66">
            <a:extLst>
              <a:ext uri="{FF2B5EF4-FFF2-40B4-BE49-F238E27FC236}">
                <a16:creationId xmlns:a16="http://schemas.microsoft.com/office/drawing/2014/main" id="{633044EF-21C0-4A40-B42F-D1F13259FC0A}"/>
              </a:ext>
            </a:extLst>
          </p:cNvPr>
          <p:cNvSpPr txBox="1">
            <a:spLocks noChangeArrowheads="1"/>
          </p:cNvSpPr>
          <p:nvPr/>
        </p:nvSpPr>
        <p:spPr bwMode="auto">
          <a:xfrm>
            <a:off x="914401" y="30734991"/>
            <a:ext cx="12420599" cy="7478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2200">
                <a:solidFill>
                  <a:schemeClr val="tx2"/>
                </a:solidFill>
                <a:latin typeface="Arial" panose="020B0604020202020204" pitchFamily="34" charset="0"/>
                <a:ea typeface="MS PGothic" panose="020B0600070205080204" pitchFamily="34" charset="-128"/>
              </a:defRPr>
            </a:lvl1pPr>
            <a:lvl2pPr marL="742950" indent="-285750">
              <a:defRPr sz="22200">
                <a:solidFill>
                  <a:schemeClr val="tx2"/>
                </a:solidFill>
                <a:latin typeface="Arial" panose="020B0604020202020204" pitchFamily="34" charset="0"/>
                <a:ea typeface="MS PGothic" panose="020B0600070205080204" pitchFamily="34" charset="-128"/>
              </a:defRPr>
            </a:lvl2pPr>
            <a:lvl3pPr marL="1143000" indent="-228600">
              <a:defRPr sz="22200">
                <a:solidFill>
                  <a:schemeClr val="tx2"/>
                </a:solidFill>
                <a:latin typeface="Arial" panose="020B0604020202020204" pitchFamily="34" charset="0"/>
                <a:ea typeface="MS PGothic" panose="020B0600070205080204" pitchFamily="34" charset="-128"/>
              </a:defRPr>
            </a:lvl3pPr>
            <a:lvl4pPr marL="1600200" indent="-228600">
              <a:defRPr sz="22200">
                <a:solidFill>
                  <a:schemeClr val="tx2"/>
                </a:solidFill>
                <a:latin typeface="Arial" panose="020B0604020202020204" pitchFamily="34" charset="0"/>
                <a:ea typeface="MS PGothic" panose="020B0600070205080204" pitchFamily="34" charset="-128"/>
              </a:defRPr>
            </a:lvl4pPr>
            <a:lvl5pPr marL="2057400" indent="-228600">
              <a:defRPr sz="222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just">
              <a:lnSpc>
                <a:spcPct val="150000"/>
              </a:lnSpc>
            </a:pPr>
            <a:r>
              <a:rPr lang="en-US" sz="3200" b="1" dirty="0">
                <a:latin typeface="Times New Roman" panose="02020603050405020304" pitchFamily="18" charset="0"/>
                <a:cs typeface="Times New Roman" panose="02020603050405020304" pitchFamily="18" charset="0"/>
              </a:rPr>
              <a:t>Aim:</a:t>
            </a:r>
            <a:endParaRPr lang="en-US" sz="3200" dirty="0">
              <a:latin typeface="Times New Roman" panose="02020603050405020304" pitchFamily="18" charset="0"/>
              <a:cs typeface="Times New Roman" panose="02020603050405020304" pitchFamily="18" charset="0"/>
            </a:endParaRPr>
          </a:p>
          <a:p>
            <a:pPr algn="just">
              <a:lnSpc>
                <a:spcPct val="150000"/>
              </a:lnSpc>
            </a:pPr>
            <a:r>
              <a:rPr lang="en-US" sz="3200" dirty="0">
                <a:latin typeface="Times New Roman" panose="02020603050405020304" pitchFamily="18" charset="0"/>
                <a:cs typeface="Times New Roman" panose="02020603050405020304" pitchFamily="18" charset="0"/>
              </a:rPr>
              <a:t>To design and evaluate a Python-based visual analytics and machine learning framework for predicting airline flight delays with improved accuracy and transparency.</a:t>
            </a:r>
          </a:p>
          <a:p>
            <a:pPr algn="just">
              <a:lnSpc>
                <a:spcPct val="150000"/>
              </a:lnSpc>
            </a:pPr>
            <a:r>
              <a:rPr lang="en-US" sz="3200" b="1" dirty="0">
                <a:latin typeface="Times New Roman" panose="02020603050405020304" pitchFamily="18" charset="0"/>
                <a:cs typeface="Times New Roman" panose="02020603050405020304" pitchFamily="18" charset="0"/>
              </a:rPr>
              <a:t>Objectives:</a:t>
            </a:r>
            <a:endParaRPr lang="en-US" sz="3200" dirty="0">
              <a:latin typeface="Times New Roman" panose="02020603050405020304" pitchFamily="18" charset="0"/>
              <a:cs typeface="Times New Roman" panose="02020603050405020304" pitchFamily="18" charset="0"/>
            </a:endParaRPr>
          </a:p>
          <a:p>
            <a:pPr marL="45720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Preprocess and </a:t>
            </a:r>
            <a:r>
              <a:rPr lang="en-US" sz="3200" dirty="0" err="1">
                <a:latin typeface="Times New Roman" panose="02020603050405020304" pitchFamily="18" charset="0"/>
                <a:cs typeface="Times New Roman" panose="02020603050405020304" pitchFamily="18" charset="0"/>
              </a:rPr>
              <a:t>analyse</a:t>
            </a:r>
            <a:r>
              <a:rPr lang="en-US" sz="3200" dirty="0">
                <a:latin typeface="Times New Roman" panose="02020603050405020304" pitchFamily="18" charset="0"/>
                <a:cs typeface="Times New Roman" panose="02020603050405020304" pitchFamily="18" charset="0"/>
              </a:rPr>
              <a:t> large-scale flight delay data</a:t>
            </a:r>
          </a:p>
          <a:p>
            <a:pPr marL="45720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Develop interactive </a:t>
            </a:r>
            <a:r>
              <a:rPr lang="en-US" sz="3200" dirty="0" err="1">
                <a:latin typeface="Times New Roman" panose="02020603050405020304" pitchFamily="18" charset="0"/>
                <a:cs typeface="Times New Roman" panose="02020603050405020304" pitchFamily="18" charset="0"/>
              </a:rPr>
              <a:t>visualisations</a:t>
            </a:r>
            <a:r>
              <a:rPr lang="en-US" sz="3200" dirty="0">
                <a:latin typeface="Times New Roman" panose="02020603050405020304" pitchFamily="18" charset="0"/>
                <a:cs typeface="Times New Roman" panose="02020603050405020304" pitchFamily="18" charset="0"/>
              </a:rPr>
              <a:t> to explore delay patterns</a:t>
            </a:r>
          </a:p>
          <a:p>
            <a:pPr marL="45720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Implement ML and deep learning models for delay prediction</a:t>
            </a:r>
          </a:p>
          <a:p>
            <a:pPr marL="45720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Apply explainable AI techniques to interpret model decisions</a:t>
            </a:r>
          </a:p>
          <a:p>
            <a:pPr marL="45720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Compare performance with traditional predictive approaches</a:t>
            </a:r>
          </a:p>
        </p:txBody>
      </p:sp>
      <p:sp>
        <p:nvSpPr>
          <p:cNvPr id="4126" name="TextBox 69">
            <a:extLst>
              <a:ext uri="{FF2B5EF4-FFF2-40B4-BE49-F238E27FC236}">
                <a16:creationId xmlns:a16="http://schemas.microsoft.com/office/drawing/2014/main" id="{2E8F1FBE-C64E-4798-B6F0-F46A28511313}"/>
              </a:ext>
            </a:extLst>
          </p:cNvPr>
          <p:cNvSpPr txBox="1">
            <a:spLocks noChangeArrowheads="1"/>
          </p:cNvSpPr>
          <p:nvPr/>
        </p:nvSpPr>
        <p:spPr bwMode="auto">
          <a:xfrm>
            <a:off x="13881104" y="31569453"/>
            <a:ext cx="12623953" cy="6740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2200">
                <a:solidFill>
                  <a:schemeClr val="tx2"/>
                </a:solidFill>
                <a:latin typeface="Arial" panose="020B0604020202020204" pitchFamily="34" charset="0"/>
                <a:ea typeface="MS PGothic" panose="020B0600070205080204" pitchFamily="34" charset="-128"/>
              </a:defRPr>
            </a:lvl1pPr>
            <a:lvl2pPr marL="742950" indent="-285750">
              <a:defRPr sz="22200">
                <a:solidFill>
                  <a:schemeClr val="tx2"/>
                </a:solidFill>
                <a:latin typeface="Arial" panose="020B0604020202020204" pitchFamily="34" charset="0"/>
                <a:ea typeface="MS PGothic" panose="020B0600070205080204" pitchFamily="34" charset="-128"/>
              </a:defRPr>
            </a:lvl2pPr>
            <a:lvl3pPr marL="1143000" indent="-228600">
              <a:defRPr sz="22200">
                <a:solidFill>
                  <a:schemeClr val="tx2"/>
                </a:solidFill>
                <a:latin typeface="Arial" panose="020B0604020202020204" pitchFamily="34" charset="0"/>
                <a:ea typeface="MS PGothic" panose="020B0600070205080204" pitchFamily="34" charset="-128"/>
              </a:defRPr>
            </a:lvl3pPr>
            <a:lvl4pPr marL="1600200" indent="-228600">
              <a:defRPr sz="22200">
                <a:solidFill>
                  <a:schemeClr val="tx2"/>
                </a:solidFill>
                <a:latin typeface="Arial" panose="020B0604020202020204" pitchFamily="34" charset="0"/>
                <a:ea typeface="MS PGothic" panose="020B0600070205080204" pitchFamily="34" charset="-128"/>
              </a:defRPr>
            </a:lvl4pPr>
            <a:lvl5pPr marL="2057400" indent="-228600">
              <a:defRPr sz="222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just">
              <a:lnSpc>
                <a:spcPct val="150000"/>
              </a:lnSpc>
            </a:pPr>
            <a:r>
              <a:rPr lang="en-US" sz="3600" dirty="0">
                <a:latin typeface="Times New Roman" panose="02020603050405020304" pitchFamily="18" charset="0"/>
                <a:cs typeface="Times New Roman" panose="02020603050405020304" pitchFamily="18" charset="0"/>
              </a:rPr>
              <a:t>Interactive dashboards were developed to </a:t>
            </a:r>
            <a:r>
              <a:rPr lang="en-US" sz="3600" dirty="0" err="1">
                <a:latin typeface="Times New Roman" panose="02020603050405020304" pitchFamily="18" charset="0"/>
                <a:cs typeface="Times New Roman" panose="02020603050405020304" pitchFamily="18" charset="0"/>
              </a:rPr>
              <a:t>visualise</a:t>
            </a:r>
            <a:r>
              <a:rPr lang="en-US" sz="3600" dirty="0">
                <a:latin typeface="Times New Roman" panose="02020603050405020304" pitchFamily="18" charset="0"/>
                <a:cs typeface="Times New Roman" panose="02020603050405020304" pitchFamily="18" charset="0"/>
              </a:rPr>
              <a:t> delay trends by airline, airport, month, distance, and departure hour. These </a:t>
            </a:r>
            <a:r>
              <a:rPr lang="en-US" sz="3600" dirty="0" err="1">
                <a:latin typeface="Times New Roman" panose="02020603050405020304" pitchFamily="18" charset="0"/>
                <a:cs typeface="Times New Roman" panose="02020603050405020304" pitchFamily="18" charset="0"/>
              </a:rPr>
              <a:t>visualisations</a:t>
            </a:r>
            <a:r>
              <a:rPr lang="en-US" sz="3600" dirty="0">
                <a:latin typeface="Times New Roman" panose="02020603050405020304" pitchFamily="18" charset="0"/>
                <a:cs typeface="Times New Roman" panose="02020603050405020304" pitchFamily="18" charset="0"/>
              </a:rPr>
              <a:t> enhanced pattern recognition and supported decision-</a:t>
            </a:r>
            <a:r>
              <a:rPr lang="en-US" sz="3600" dirty="0" err="1">
                <a:latin typeface="Times New Roman" panose="02020603050405020304" pitchFamily="18" charset="0"/>
                <a:cs typeface="Times New Roman" panose="02020603050405020304" pitchFamily="18" charset="0"/>
              </a:rPr>
              <a:t>making.Explainable</a:t>
            </a:r>
            <a:r>
              <a:rPr lang="en-US" sz="3600" dirty="0">
                <a:latin typeface="Times New Roman" panose="02020603050405020304" pitchFamily="18" charset="0"/>
                <a:cs typeface="Times New Roman" panose="02020603050405020304" pitchFamily="18" charset="0"/>
              </a:rPr>
              <a:t> AI was integrated using SHAP (Shapley Additive Explanations) to identify key predictors influencing delay outcomes (Deng, 2025). Features such as departure hour, flight distance, and airline identity showed significant impact, improving model transparency and stakeholder trust.</a:t>
            </a:r>
          </a:p>
        </p:txBody>
      </p:sp>
      <p:cxnSp>
        <p:nvCxnSpPr>
          <p:cNvPr id="4146" name="Straight Connector 59">
            <a:extLst>
              <a:ext uri="{FF2B5EF4-FFF2-40B4-BE49-F238E27FC236}">
                <a16:creationId xmlns:a16="http://schemas.microsoft.com/office/drawing/2014/main" id="{BED891F5-7A81-4BDE-BB5A-AFA3A8FF7BEC}"/>
              </a:ext>
            </a:extLst>
          </p:cNvPr>
          <p:cNvCxnSpPr>
            <a:cxnSpLocks noChangeShapeType="1"/>
          </p:cNvCxnSpPr>
          <p:nvPr/>
        </p:nvCxnSpPr>
        <p:spPr bwMode="auto">
          <a:xfrm>
            <a:off x="13487400" y="6218238"/>
            <a:ext cx="76206" cy="32878397"/>
          </a:xfrm>
          <a:prstGeom prst="line">
            <a:avLst/>
          </a:prstGeom>
          <a:noFill/>
          <a:ln w="6350">
            <a:solidFill>
              <a:srgbClr val="B6C7DA"/>
            </a:solidFill>
            <a:round/>
            <a:headEnd/>
            <a:tailEnd/>
          </a:ln>
          <a:extLst>
            <a:ext uri="{909E8E84-426E-40DD-AFC4-6F175D3DCCD1}">
              <a14:hiddenFill xmlns:a14="http://schemas.microsoft.com/office/drawing/2010/main">
                <a:noFill/>
              </a14:hiddenFill>
            </a:ext>
          </a:extLst>
        </p:spPr>
      </p:cxnSp>
      <p:cxnSp>
        <p:nvCxnSpPr>
          <p:cNvPr id="4147" name="Straight Connector 62">
            <a:extLst>
              <a:ext uri="{FF2B5EF4-FFF2-40B4-BE49-F238E27FC236}">
                <a16:creationId xmlns:a16="http://schemas.microsoft.com/office/drawing/2014/main" id="{A6E758BA-BEFF-45AC-B4DA-D0FDAEA2BD73}"/>
              </a:ext>
            </a:extLst>
          </p:cNvPr>
          <p:cNvCxnSpPr>
            <a:cxnSpLocks noChangeShapeType="1"/>
          </p:cNvCxnSpPr>
          <p:nvPr/>
        </p:nvCxnSpPr>
        <p:spPr bwMode="auto">
          <a:xfrm>
            <a:off x="26784301" y="7737475"/>
            <a:ext cx="0" cy="31089600"/>
          </a:xfrm>
          <a:prstGeom prst="line">
            <a:avLst/>
          </a:prstGeom>
          <a:noFill/>
          <a:ln w="6350">
            <a:solidFill>
              <a:srgbClr val="B6C7DA"/>
            </a:solidFill>
            <a:round/>
            <a:headEnd/>
            <a:tailEnd/>
          </a:ln>
          <a:extLst>
            <a:ext uri="{909E8E84-426E-40DD-AFC4-6F175D3DCCD1}">
              <a14:hiddenFill xmlns:a14="http://schemas.microsoft.com/office/drawing/2010/main">
                <a:noFill/>
              </a14:hiddenFill>
            </a:ext>
          </a:extLst>
        </p:spPr>
      </p:cxnSp>
      <p:sp>
        <p:nvSpPr>
          <p:cNvPr id="4149" name="TextBox 69">
            <a:extLst>
              <a:ext uri="{FF2B5EF4-FFF2-40B4-BE49-F238E27FC236}">
                <a16:creationId xmlns:a16="http://schemas.microsoft.com/office/drawing/2014/main" id="{58D19188-844D-4A0B-8DD2-F195D420F377}"/>
              </a:ext>
            </a:extLst>
          </p:cNvPr>
          <p:cNvSpPr txBox="1">
            <a:spLocks noChangeArrowheads="1"/>
          </p:cNvSpPr>
          <p:nvPr/>
        </p:nvSpPr>
        <p:spPr bwMode="auto">
          <a:xfrm>
            <a:off x="27317701" y="25541954"/>
            <a:ext cx="12573001"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2200">
                <a:solidFill>
                  <a:schemeClr val="tx2"/>
                </a:solidFill>
                <a:latin typeface="Arial" panose="020B0604020202020204" pitchFamily="34" charset="0"/>
                <a:ea typeface="MS PGothic" panose="020B0600070205080204" pitchFamily="34" charset="-128"/>
              </a:defRPr>
            </a:lvl1pPr>
            <a:lvl2pPr marL="742950" indent="-285750">
              <a:defRPr sz="22200">
                <a:solidFill>
                  <a:schemeClr val="tx2"/>
                </a:solidFill>
                <a:latin typeface="Arial" panose="020B0604020202020204" pitchFamily="34" charset="0"/>
                <a:ea typeface="MS PGothic" panose="020B0600070205080204" pitchFamily="34" charset="-128"/>
              </a:defRPr>
            </a:lvl2pPr>
            <a:lvl3pPr marL="1143000" indent="-228600">
              <a:defRPr sz="22200">
                <a:solidFill>
                  <a:schemeClr val="tx2"/>
                </a:solidFill>
                <a:latin typeface="Arial" panose="020B0604020202020204" pitchFamily="34" charset="0"/>
                <a:ea typeface="MS PGothic" panose="020B0600070205080204" pitchFamily="34" charset="-128"/>
              </a:defRPr>
            </a:lvl3pPr>
            <a:lvl4pPr marL="1600200" indent="-228600">
              <a:defRPr sz="22200">
                <a:solidFill>
                  <a:schemeClr val="tx2"/>
                </a:solidFill>
                <a:latin typeface="Arial" panose="020B0604020202020204" pitchFamily="34" charset="0"/>
                <a:ea typeface="MS PGothic" panose="020B0600070205080204" pitchFamily="34" charset="-128"/>
              </a:defRPr>
            </a:lvl4pPr>
            <a:lvl5pPr marL="2057400" indent="-228600">
              <a:defRPr sz="222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nSpc>
                <a:spcPct val="150000"/>
              </a:lnSpc>
            </a:pPr>
            <a:r>
              <a:rPr lang="en-US" sz="3200" dirty="0">
                <a:latin typeface="Times New Roman" panose="02020603050405020304" pitchFamily="18" charset="0"/>
                <a:cs typeface="Times New Roman" panose="02020603050405020304" pitchFamily="18" charset="0"/>
              </a:rPr>
              <a:t>The proposed framework successfully integrates visual analytics, machine learning, deep learning, and explainable AI into a single, scalable Python-based system. The approach enhances predictive accuracy while ensuring interpretability—addressing a major gap in existing aviation analytics tools (</a:t>
            </a:r>
            <a:r>
              <a:rPr lang="en-US" sz="3200" dirty="0" err="1">
                <a:latin typeface="Times New Roman" panose="02020603050405020304" pitchFamily="18" charset="0"/>
                <a:cs typeface="Times New Roman" panose="02020603050405020304" pitchFamily="18" charset="0"/>
              </a:rPr>
              <a:t>Degife</a:t>
            </a:r>
            <a:r>
              <a:rPr lang="en-US" sz="3200" dirty="0">
                <a:latin typeface="Times New Roman" panose="02020603050405020304" pitchFamily="18" charset="0"/>
                <a:cs typeface="Times New Roman" panose="02020603050405020304" pitchFamily="18" charset="0"/>
              </a:rPr>
              <a:t> and Lin, 2023). This framework supports informed operational decision-making and offers a reproducible, open-source solution for future aviation delay research and industry applications.</a:t>
            </a:r>
          </a:p>
        </p:txBody>
      </p:sp>
      <p:sp>
        <p:nvSpPr>
          <p:cNvPr id="2" name="TextBox 1">
            <a:extLst>
              <a:ext uri="{FF2B5EF4-FFF2-40B4-BE49-F238E27FC236}">
                <a16:creationId xmlns:a16="http://schemas.microsoft.com/office/drawing/2014/main" id="{18B8C842-0A91-474E-BF8F-1C7028830DA7}"/>
              </a:ext>
            </a:extLst>
          </p:cNvPr>
          <p:cNvSpPr txBox="1"/>
          <p:nvPr/>
        </p:nvSpPr>
        <p:spPr>
          <a:xfrm>
            <a:off x="457200" y="3891835"/>
            <a:ext cx="7341393" cy="707886"/>
          </a:xfrm>
          <a:prstGeom prst="rect">
            <a:avLst/>
          </a:prstGeom>
          <a:noFill/>
        </p:spPr>
        <p:txBody>
          <a:bodyPr wrap="square" rtlCol="0">
            <a:spAutoFit/>
          </a:bodyPr>
          <a:lstStyle/>
          <a:p>
            <a:r>
              <a:rPr lang="en-GB" sz="4000" b="1" dirty="0">
                <a:latin typeface="Times New Roman" panose="02020603050405020304" pitchFamily="18" charset="0"/>
                <a:cs typeface="Times New Roman" panose="02020603050405020304" pitchFamily="18" charset="0"/>
              </a:rPr>
              <a:t>MSc DS CST4090</a:t>
            </a:r>
          </a:p>
        </p:txBody>
      </p:sp>
      <p:sp>
        <p:nvSpPr>
          <p:cNvPr id="59" name="Text Box 7">
            <a:extLst>
              <a:ext uri="{FF2B5EF4-FFF2-40B4-BE49-F238E27FC236}">
                <a16:creationId xmlns:a16="http://schemas.microsoft.com/office/drawing/2014/main" id="{C1612627-536D-40A8-A693-F4D9B339AE15}"/>
              </a:ext>
            </a:extLst>
          </p:cNvPr>
          <p:cNvSpPr txBox="1">
            <a:spLocks noChangeArrowheads="1"/>
          </p:cNvSpPr>
          <p:nvPr/>
        </p:nvSpPr>
        <p:spPr bwMode="auto">
          <a:xfrm>
            <a:off x="27127208" y="30797053"/>
            <a:ext cx="12573000" cy="1116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1556" tIns="95778" rIns="191556" bIns="95778">
            <a:spAutoFit/>
          </a:bodyPr>
          <a:lstStyle>
            <a:lvl1pPr defTabSz="2193925">
              <a:defRPr sz="22200">
                <a:solidFill>
                  <a:schemeClr val="tx2"/>
                </a:solidFill>
                <a:latin typeface="Arial" panose="020B0604020202020204" pitchFamily="34" charset="0"/>
                <a:ea typeface="MS PGothic" panose="020B0600070205080204" pitchFamily="34" charset="-128"/>
              </a:defRPr>
            </a:lvl1pPr>
            <a:lvl2pPr marL="742950" indent="-285750" defTabSz="2193925">
              <a:defRPr sz="22200">
                <a:solidFill>
                  <a:schemeClr val="tx2"/>
                </a:solidFill>
                <a:latin typeface="Arial" panose="020B0604020202020204" pitchFamily="34" charset="0"/>
                <a:ea typeface="MS PGothic" panose="020B0600070205080204" pitchFamily="34" charset="-128"/>
              </a:defRPr>
            </a:lvl2pPr>
            <a:lvl3pPr marL="1143000" indent="-228600" defTabSz="2193925">
              <a:defRPr sz="22200">
                <a:solidFill>
                  <a:schemeClr val="tx2"/>
                </a:solidFill>
                <a:latin typeface="Arial" panose="020B0604020202020204" pitchFamily="34" charset="0"/>
                <a:ea typeface="MS PGothic" panose="020B0600070205080204" pitchFamily="34" charset="-128"/>
              </a:defRPr>
            </a:lvl3pPr>
            <a:lvl4pPr marL="1600200" indent="-228600" defTabSz="2193925">
              <a:defRPr sz="22200">
                <a:solidFill>
                  <a:schemeClr val="tx2"/>
                </a:solidFill>
                <a:latin typeface="Arial" panose="020B0604020202020204" pitchFamily="34" charset="0"/>
                <a:ea typeface="MS PGothic" panose="020B0600070205080204" pitchFamily="34" charset="-128"/>
              </a:defRPr>
            </a:lvl4pPr>
            <a:lvl5pPr marL="2057400" indent="-228600" defTabSz="2193925">
              <a:defRPr sz="22200">
                <a:solidFill>
                  <a:schemeClr val="tx2"/>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ctr" eaLnBrk="1" hangingPunct="1">
              <a:spcBef>
                <a:spcPct val="50000"/>
              </a:spcBef>
            </a:pPr>
            <a:r>
              <a:rPr lang="en-US" altLang="en-US" sz="6000" b="1" dirty="0">
                <a:solidFill>
                  <a:srgbClr val="0D0C0C"/>
                </a:solidFill>
                <a:latin typeface="Times New Roman" panose="02020603050405020304" pitchFamily="18" charset="0"/>
                <a:cs typeface="Times New Roman" panose="02020603050405020304" pitchFamily="18" charset="0"/>
              </a:rPr>
              <a:t>REFERENCES</a:t>
            </a:r>
          </a:p>
        </p:txBody>
      </p:sp>
      <p:sp>
        <p:nvSpPr>
          <p:cNvPr id="60" name="Rectangle 49">
            <a:extLst>
              <a:ext uri="{FF2B5EF4-FFF2-40B4-BE49-F238E27FC236}">
                <a16:creationId xmlns:a16="http://schemas.microsoft.com/office/drawing/2014/main" id="{52FA041A-2E74-44BB-B4E4-DEE37BB4EA18}"/>
              </a:ext>
            </a:extLst>
          </p:cNvPr>
          <p:cNvSpPr>
            <a:spLocks noChangeArrowheads="1"/>
          </p:cNvSpPr>
          <p:nvPr/>
        </p:nvSpPr>
        <p:spPr bwMode="auto">
          <a:xfrm>
            <a:off x="27736803" y="32011919"/>
            <a:ext cx="11430000" cy="100013"/>
          </a:xfrm>
          <a:prstGeom prst="rect">
            <a:avLst/>
          </a:prstGeom>
          <a:solidFill>
            <a:srgbClr val="2163A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defTabSz="2193925">
              <a:defRPr sz="22200">
                <a:solidFill>
                  <a:schemeClr val="tx2"/>
                </a:solidFill>
                <a:latin typeface="Arial" panose="020B0604020202020204" pitchFamily="34" charset="0"/>
                <a:ea typeface="MS PGothic" panose="020B0600070205080204" pitchFamily="34" charset="-128"/>
              </a:defRPr>
            </a:lvl1pPr>
            <a:lvl2pPr marL="742950" indent="-285750" defTabSz="2193925">
              <a:defRPr sz="22200">
                <a:solidFill>
                  <a:schemeClr val="tx2"/>
                </a:solidFill>
                <a:latin typeface="Arial" panose="020B0604020202020204" pitchFamily="34" charset="0"/>
                <a:ea typeface="MS PGothic" panose="020B0600070205080204" pitchFamily="34" charset="-128"/>
              </a:defRPr>
            </a:lvl2pPr>
            <a:lvl3pPr marL="1143000" indent="-228600" defTabSz="2193925">
              <a:defRPr sz="22200">
                <a:solidFill>
                  <a:schemeClr val="tx2"/>
                </a:solidFill>
                <a:latin typeface="Arial" panose="020B0604020202020204" pitchFamily="34" charset="0"/>
                <a:ea typeface="MS PGothic" panose="020B0600070205080204" pitchFamily="34" charset="-128"/>
              </a:defRPr>
            </a:lvl3pPr>
            <a:lvl4pPr marL="1600200" indent="-228600" defTabSz="2193925">
              <a:defRPr sz="22200">
                <a:solidFill>
                  <a:schemeClr val="tx2"/>
                </a:solidFill>
                <a:latin typeface="Arial" panose="020B0604020202020204" pitchFamily="34" charset="0"/>
                <a:ea typeface="MS PGothic" panose="020B0600070205080204" pitchFamily="34" charset="-128"/>
              </a:defRPr>
            </a:lvl4pPr>
            <a:lvl5pPr marL="2057400" indent="-228600" defTabSz="2193925">
              <a:defRPr sz="22200">
                <a:solidFill>
                  <a:schemeClr val="tx2"/>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ctr" eaLnBrk="1" hangingPunct="1"/>
            <a:endParaRPr lang="en-US" altLang="en-US" sz="4000">
              <a:latin typeface="Times New Roman" panose="02020603050405020304" pitchFamily="18" charset="0"/>
              <a:cs typeface="Times New Roman" panose="02020603050405020304" pitchFamily="18" charset="0"/>
            </a:endParaRPr>
          </a:p>
        </p:txBody>
      </p:sp>
      <p:sp>
        <p:nvSpPr>
          <p:cNvPr id="61" name="TextBox 72">
            <a:extLst>
              <a:ext uri="{FF2B5EF4-FFF2-40B4-BE49-F238E27FC236}">
                <a16:creationId xmlns:a16="http://schemas.microsoft.com/office/drawing/2014/main" id="{7E3236F2-A613-4FC1-B7B4-1C5E46165729}"/>
              </a:ext>
            </a:extLst>
          </p:cNvPr>
          <p:cNvSpPr txBox="1">
            <a:spLocks noChangeArrowheads="1"/>
          </p:cNvSpPr>
          <p:nvPr/>
        </p:nvSpPr>
        <p:spPr bwMode="auto">
          <a:xfrm>
            <a:off x="27241500" y="32552019"/>
            <a:ext cx="12573000" cy="6001643"/>
          </a:xfrm>
          <a:prstGeom prst="rect">
            <a:avLst/>
          </a:prstGeom>
          <a:solidFill>
            <a:schemeClr val="accent5"/>
          </a:solidFill>
          <a:ln>
            <a:noFill/>
          </a:ln>
        </p:spPr>
        <p:txBody>
          <a:bodyPr wrap="square">
            <a:spAutoFit/>
          </a:bodyPr>
          <a:lstStyle>
            <a:lvl1pPr>
              <a:defRPr sz="22200">
                <a:solidFill>
                  <a:schemeClr val="tx2"/>
                </a:solidFill>
                <a:latin typeface="Arial" panose="020B0604020202020204" pitchFamily="34" charset="0"/>
                <a:ea typeface="MS PGothic" panose="020B0600070205080204" pitchFamily="34" charset="-128"/>
              </a:defRPr>
            </a:lvl1pPr>
            <a:lvl2pPr marL="742950" indent="-285750">
              <a:defRPr sz="22200">
                <a:solidFill>
                  <a:schemeClr val="tx2"/>
                </a:solidFill>
                <a:latin typeface="Arial" panose="020B0604020202020204" pitchFamily="34" charset="0"/>
                <a:ea typeface="MS PGothic" panose="020B0600070205080204" pitchFamily="34" charset="-128"/>
              </a:defRPr>
            </a:lvl2pPr>
            <a:lvl3pPr marL="1143000" indent="-228600">
              <a:defRPr sz="22200">
                <a:solidFill>
                  <a:schemeClr val="tx2"/>
                </a:solidFill>
                <a:latin typeface="Arial" panose="020B0604020202020204" pitchFamily="34" charset="0"/>
                <a:ea typeface="MS PGothic" panose="020B0600070205080204" pitchFamily="34" charset="-128"/>
              </a:defRPr>
            </a:lvl3pPr>
            <a:lvl4pPr marL="1600200" indent="-228600">
              <a:defRPr sz="22200">
                <a:solidFill>
                  <a:schemeClr val="tx2"/>
                </a:solidFill>
                <a:latin typeface="Arial" panose="020B0604020202020204" pitchFamily="34" charset="0"/>
                <a:ea typeface="MS PGothic" panose="020B0600070205080204" pitchFamily="34" charset="-128"/>
              </a:defRPr>
            </a:lvl4pPr>
            <a:lvl5pPr marL="2057400" indent="-228600">
              <a:defRPr sz="222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just"/>
            <a:r>
              <a:rPr lang="en-US" sz="3200" dirty="0">
                <a:latin typeface="Times New Roman" panose="02020603050405020304" pitchFamily="18" charset="0"/>
                <a:cs typeface="Times New Roman" panose="02020603050405020304" pitchFamily="18" charset="0"/>
              </a:rPr>
              <a:t>Nunez-Portillo, J., Valenzuela, A., Franco, A. and Rivas, D., 2024. Predicting Air Traffic Congestion under Uncertain Adverse Weather. Aerospace, 11(3), p.240. </a:t>
            </a:r>
            <a:r>
              <a:rPr lang="en-US" sz="3200" dirty="0">
                <a:latin typeface="Times New Roman" panose="02020603050405020304" pitchFamily="18" charset="0"/>
                <a:cs typeface="Times New Roman" panose="02020603050405020304" pitchFamily="18" charset="0"/>
                <a:hlinkClick r:id="rId4"/>
              </a:rPr>
              <a:t>https://www.mdpi.com/2226-4310/11/3/240</a:t>
            </a:r>
            <a:r>
              <a:rPr lang="en-US" sz="3200" dirty="0">
                <a:latin typeface="Times New Roman" panose="02020603050405020304" pitchFamily="18" charset="0"/>
                <a:cs typeface="Times New Roman" panose="02020603050405020304" pitchFamily="18" charset="0"/>
              </a:rPr>
              <a:t> </a:t>
            </a:r>
          </a:p>
          <a:p>
            <a:pPr algn="just"/>
            <a:r>
              <a:rPr lang="en-US" sz="3200" dirty="0" err="1">
                <a:latin typeface="Times New Roman" panose="02020603050405020304" pitchFamily="18" charset="0"/>
                <a:cs typeface="Times New Roman" panose="02020603050405020304" pitchFamily="18" charset="0"/>
              </a:rPr>
              <a:t>Degife</a:t>
            </a:r>
            <a:r>
              <a:rPr lang="en-US" sz="3200" dirty="0">
                <a:latin typeface="Times New Roman" panose="02020603050405020304" pitchFamily="18" charset="0"/>
                <a:cs typeface="Times New Roman" panose="02020603050405020304" pitchFamily="18" charset="0"/>
              </a:rPr>
              <a:t>, W.A. and Lin, B.S., 2023. Deep-learning-powered </a:t>
            </a:r>
            <a:r>
              <a:rPr lang="en-US" sz="3200" dirty="0" err="1">
                <a:latin typeface="Times New Roman" panose="02020603050405020304" pitchFamily="18" charset="0"/>
                <a:cs typeface="Times New Roman" panose="02020603050405020304" pitchFamily="18" charset="0"/>
              </a:rPr>
              <a:t>gru</a:t>
            </a:r>
            <a:r>
              <a:rPr lang="en-US" sz="3200" dirty="0">
                <a:latin typeface="Times New Roman" panose="02020603050405020304" pitchFamily="18" charset="0"/>
                <a:cs typeface="Times New Roman" panose="02020603050405020304" pitchFamily="18" charset="0"/>
              </a:rPr>
              <a:t> model for flight ticket fare forecasting. Applied Sciences, 13(10), p.6032. </a:t>
            </a:r>
            <a:r>
              <a:rPr lang="en-US" sz="3200" dirty="0">
                <a:latin typeface="Times New Roman" panose="02020603050405020304" pitchFamily="18" charset="0"/>
                <a:cs typeface="Times New Roman" panose="02020603050405020304" pitchFamily="18" charset="0"/>
                <a:hlinkClick r:id="rId5"/>
              </a:rPr>
              <a:t>https://www.mdpi.com/2076-3417/13/10/6032</a:t>
            </a:r>
            <a:r>
              <a:rPr lang="en-US" sz="3200" dirty="0">
                <a:latin typeface="Times New Roman" panose="02020603050405020304" pitchFamily="18" charset="0"/>
                <a:cs typeface="Times New Roman" panose="02020603050405020304" pitchFamily="18" charset="0"/>
              </a:rPr>
              <a:t> </a:t>
            </a:r>
          </a:p>
          <a:p>
            <a:pPr algn="just"/>
            <a:r>
              <a:rPr lang="en-US" sz="3200" dirty="0">
                <a:latin typeface="Times New Roman" panose="02020603050405020304" pitchFamily="18" charset="0"/>
                <a:cs typeface="Times New Roman" panose="02020603050405020304" pitchFamily="18" charset="0"/>
              </a:rPr>
              <a:t>Deng, G., 2025. </a:t>
            </a:r>
            <a:r>
              <a:rPr lang="en-US" sz="3200" dirty="0" err="1">
                <a:latin typeface="Times New Roman" panose="02020603050405020304" pitchFamily="18" charset="0"/>
                <a:cs typeface="Times New Roman" panose="02020603050405020304" pitchFamily="18" charset="0"/>
              </a:rPr>
              <a:t>TasVisAn</a:t>
            </a:r>
            <a:r>
              <a:rPr lang="en-US" sz="3200" dirty="0">
                <a:latin typeface="Times New Roman" panose="02020603050405020304" pitchFamily="18" charset="0"/>
                <a:cs typeface="Times New Roman" panose="02020603050405020304" pitchFamily="18" charset="0"/>
              </a:rPr>
              <a:t> and </a:t>
            </a:r>
            <a:r>
              <a:rPr lang="en-US" sz="3200" dirty="0" err="1">
                <a:latin typeface="Times New Roman" panose="02020603050405020304" pitchFamily="18" charset="0"/>
                <a:cs typeface="Times New Roman" panose="02020603050405020304" pitchFamily="18" charset="0"/>
              </a:rPr>
              <a:t>InsPy</a:t>
            </a:r>
            <a:r>
              <a:rPr lang="en-US" sz="3200" dirty="0">
                <a:latin typeface="Times New Roman" panose="02020603050405020304" pitchFamily="18" charset="0"/>
                <a:cs typeface="Times New Roman" panose="02020603050405020304" pitchFamily="18" charset="0"/>
              </a:rPr>
              <a:t>--Python Packages for Triple-Axis Spectrometer</a:t>
            </a:r>
          </a:p>
          <a:p>
            <a:pPr algn="just"/>
            <a:r>
              <a:rPr lang="en-US" sz="3200" dirty="0">
                <a:latin typeface="Times New Roman" panose="02020603050405020304" pitchFamily="18" charset="0"/>
                <a:cs typeface="Times New Roman" panose="02020603050405020304" pitchFamily="18" charset="0"/>
              </a:rPr>
              <a:t>Data Visualization, Analysis, Instrument Resolution Calculation, and Convolution. </a:t>
            </a:r>
            <a:r>
              <a:rPr lang="en-US" sz="3200" dirty="0" err="1">
                <a:latin typeface="Times New Roman" panose="02020603050405020304" pitchFamily="18" charset="0"/>
                <a:cs typeface="Times New Roman" panose="02020603050405020304" pitchFamily="18" charset="0"/>
              </a:rPr>
              <a:t>arXiv</a:t>
            </a:r>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preprint arXiv:2506.18216. </a:t>
            </a:r>
            <a:r>
              <a:rPr lang="en-US" sz="3200" dirty="0">
                <a:latin typeface="Times New Roman" panose="02020603050405020304" pitchFamily="18" charset="0"/>
                <a:cs typeface="Times New Roman" panose="02020603050405020304" pitchFamily="18" charset="0"/>
                <a:hlinkClick r:id="rId6"/>
              </a:rPr>
              <a:t>https://arxiv.org/abs/2506.18216</a:t>
            </a:r>
            <a:r>
              <a:rPr lang="en-US" sz="3200" dirty="0">
                <a:latin typeface="Times New Roman" panose="02020603050405020304" pitchFamily="18" charset="0"/>
                <a:cs typeface="Times New Roman" panose="02020603050405020304" pitchFamily="18" charset="0"/>
              </a:rPr>
              <a:t> </a:t>
            </a:r>
          </a:p>
        </p:txBody>
      </p:sp>
      <p:sp>
        <p:nvSpPr>
          <p:cNvPr id="62" name="TextBox 72">
            <a:extLst>
              <a:ext uri="{FF2B5EF4-FFF2-40B4-BE49-F238E27FC236}">
                <a16:creationId xmlns:a16="http://schemas.microsoft.com/office/drawing/2014/main" id="{7E3236F2-A613-4FC1-B7B4-1C5E46165729}"/>
              </a:ext>
            </a:extLst>
          </p:cNvPr>
          <p:cNvSpPr txBox="1">
            <a:spLocks noChangeArrowheads="1"/>
          </p:cNvSpPr>
          <p:nvPr/>
        </p:nvSpPr>
        <p:spPr bwMode="auto">
          <a:xfrm>
            <a:off x="27813000" y="8659830"/>
            <a:ext cx="11430000" cy="4435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2200">
                <a:solidFill>
                  <a:schemeClr val="tx2"/>
                </a:solidFill>
                <a:latin typeface="Arial" panose="020B0604020202020204" pitchFamily="34" charset="0"/>
                <a:ea typeface="MS PGothic" panose="020B0600070205080204" pitchFamily="34" charset="-128"/>
              </a:defRPr>
            </a:lvl1pPr>
            <a:lvl2pPr marL="742950" indent="-285750">
              <a:defRPr sz="22200">
                <a:solidFill>
                  <a:schemeClr val="tx2"/>
                </a:solidFill>
                <a:latin typeface="Arial" panose="020B0604020202020204" pitchFamily="34" charset="0"/>
                <a:ea typeface="MS PGothic" panose="020B0600070205080204" pitchFamily="34" charset="-128"/>
              </a:defRPr>
            </a:lvl2pPr>
            <a:lvl3pPr marL="1143000" indent="-228600">
              <a:defRPr sz="22200">
                <a:solidFill>
                  <a:schemeClr val="tx2"/>
                </a:solidFill>
                <a:latin typeface="Arial" panose="020B0604020202020204" pitchFamily="34" charset="0"/>
                <a:ea typeface="MS PGothic" panose="020B0600070205080204" pitchFamily="34" charset="-128"/>
              </a:defRPr>
            </a:lvl3pPr>
            <a:lvl4pPr marL="1600200" indent="-228600">
              <a:defRPr sz="22200">
                <a:solidFill>
                  <a:schemeClr val="tx2"/>
                </a:solidFill>
                <a:latin typeface="Arial" panose="020B0604020202020204" pitchFamily="34" charset="0"/>
                <a:ea typeface="MS PGothic" panose="020B0600070205080204" pitchFamily="34" charset="-128"/>
              </a:defRPr>
            </a:lvl4pPr>
            <a:lvl5pPr marL="2057400" indent="-228600">
              <a:defRPr sz="222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just" eaLnBrk="1" hangingPunct="1">
              <a:lnSpc>
                <a:spcPct val="150000"/>
              </a:lnSpc>
            </a:pPr>
            <a:r>
              <a:rPr lang="en-US" sz="3200" dirty="0">
                <a:latin typeface="Times New Roman" panose="02020603050405020304" pitchFamily="18" charset="0"/>
                <a:cs typeface="Times New Roman" panose="02020603050405020304" pitchFamily="18" charset="0"/>
              </a:rPr>
              <a:t>Ensemble models outperformed baseline models with Gradient Boosting achieving highest accuracy (≈91%) and ROC-AUC (≈0.95)The LSTM model demonstrated strong regression performance with R² ≈ 0.77Peak delays were observed during high-traffic hours and seasonal demand </a:t>
            </a:r>
            <a:r>
              <a:rPr lang="en-US" sz="3200" dirty="0" err="1">
                <a:latin typeface="Times New Roman" panose="02020603050405020304" pitchFamily="18" charset="0"/>
                <a:cs typeface="Times New Roman" panose="02020603050405020304" pitchFamily="18" charset="0"/>
              </a:rPr>
              <a:t>periodsExplainable</a:t>
            </a:r>
            <a:r>
              <a:rPr lang="en-US" sz="3200" dirty="0">
                <a:latin typeface="Times New Roman" panose="02020603050405020304" pitchFamily="18" charset="0"/>
                <a:cs typeface="Times New Roman" panose="02020603050405020304" pitchFamily="18" charset="0"/>
              </a:rPr>
              <a:t> AI confirmed domain-relevant delay factors</a:t>
            </a:r>
            <a:endParaRPr lang="en-US" altLang="en-US" sz="32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18378" y="23334272"/>
            <a:ext cx="4395625" cy="830997"/>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Figure 3: Gradient Boosting confusion matrix </a:t>
            </a:r>
          </a:p>
        </p:txBody>
      </p:sp>
      <p:sp>
        <p:nvSpPr>
          <p:cNvPr id="67" name="TextBox 66"/>
          <p:cNvSpPr txBox="1"/>
          <p:nvPr/>
        </p:nvSpPr>
        <p:spPr>
          <a:xfrm>
            <a:off x="14173768" y="19759235"/>
            <a:ext cx="5515765" cy="461665"/>
          </a:xfrm>
          <a:prstGeom prst="rect">
            <a:avLst/>
          </a:prstGeom>
          <a:noFill/>
        </p:spPr>
        <p:txBody>
          <a:bodyPr wrap="square" rtlCol="0">
            <a:spAutoFit/>
          </a:bodyPr>
          <a:lstStyle/>
          <a:p>
            <a:r>
              <a:rPr lang="en-US" sz="2400" dirty="0"/>
              <a:t>Figure 8: LSTM Performance Metrics</a:t>
            </a:r>
          </a:p>
        </p:txBody>
      </p:sp>
      <p:sp>
        <p:nvSpPr>
          <p:cNvPr id="69" name="TextBox 68"/>
          <p:cNvSpPr txBox="1"/>
          <p:nvPr/>
        </p:nvSpPr>
        <p:spPr>
          <a:xfrm>
            <a:off x="9245791" y="22150968"/>
            <a:ext cx="3365310" cy="830997"/>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Figure 5: Random forest confusion matrix</a:t>
            </a:r>
          </a:p>
        </p:txBody>
      </p:sp>
      <p:sp>
        <p:nvSpPr>
          <p:cNvPr id="73" name="Text Box 7">
            <a:extLst>
              <a:ext uri="{FF2B5EF4-FFF2-40B4-BE49-F238E27FC236}">
                <a16:creationId xmlns:a16="http://schemas.microsoft.com/office/drawing/2014/main" id="{C1612627-536D-40A8-A693-F4D9B339AE15}"/>
              </a:ext>
            </a:extLst>
          </p:cNvPr>
          <p:cNvSpPr txBox="1">
            <a:spLocks noChangeArrowheads="1"/>
          </p:cNvSpPr>
          <p:nvPr/>
        </p:nvSpPr>
        <p:spPr bwMode="auto">
          <a:xfrm>
            <a:off x="13547733" y="29406872"/>
            <a:ext cx="13674721" cy="2040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91556" tIns="95778" rIns="191556" bIns="95778">
            <a:spAutoFit/>
          </a:bodyPr>
          <a:lstStyle>
            <a:lvl1pPr defTabSz="2193925">
              <a:defRPr sz="22200">
                <a:solidFill>
                  <a:schemeClr val="tx2"/>
                </a:solidFill>
                <a:latin typeface="Arial" panose="020B0604020202020204" pitchFamily="34" charset="0"/>
                <a:ea typeface="MS PGothic" panose="020B0600070205080204" pitchFamily="34" charset="-128"/>
              </a:defRPr>
            </a:lvl1pPr>
            <a:lvl2pPr marL="742950" indent="-285750" defTabSz="2193925">
              <a:defRPr sz="22200">
                <a:solidFill>
                  <a:schemeClr val="tx2"/>
                </a:solidFill>
                <a:latin typeface="Arial" panose="020B0604020202020204" pitchFamily="34" charset="0"/>
                <a:ea typeface="MS PGothic" panose="020B0600070205080204" pitchFamily="34" charset="-128"/>
              </a:defRPr>
            </a:lvl2pPr>
            <a:lvl3pPr marL="1143000" indent="-228600" defTabSz="2193925">
              <a:defRPr sz="22200">
                <a:solidFill>
                  <a:schemeClr val="tx2"/>
                </a:solidFill>
                <a:latin typeface="Arial" panose="020B0604020202020204" pitchFamily="34" charset="0"/>
                <a:ea typeface="MS PGothic" panose="020B0600070205080204" pitchFamily="34" charset="-128"/>
              </a:defRPr>
            </a:lvl3pPr>
            <a:lvl4pPr marL="1600200" indent="-228600" defTabSz="2193925">
              <a:defRPr sz="22200">
                <a:solidFill>
                  <a:schemeClr val="tx2"/>
                </a:solidFill>
                <a:latin typeface="Arial" panose="020B0604020202020204" pitchFamily="34" charset="0"/>
                <a:ea typeface="MS PGothic" panose="020B0600070205080204" pitchFamily="34" charset="-128"/>
              </a:defRPr>
            </a:lvl4pPr>
            <a:lvl5pPr marL="2057400" indent="-228600" defTabSz="2193925">
              <a:defRPr sz="22200">
                <a:solidFill>
                  <a:schemeClr val="tx2"/>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ctr" eaLnBrk="1" hangingPunct="1">
              <a:spcBef>
                <a:spcPct val="50000"/>
              </a:spcBef>
            </a:pPr>
            <a:r>
              <a:rPr lang="en-US" altLang="en-US" sz="6000" b="1" dirty="0">
                <a:solidFill>
                  <a:srgbClr val="0D0C0C"/>
                </a:solidFill>
                <a:latin typeface="Times New Roman" panose="02020603050405020304" pitchFamily="18" charset="0"/>
                <a:cs typeface="Times New Roman" panose="02020603050405020304" pitchFamily="18" charset="0"/>
              </a:rPr>
              <a:t>VISUAL ANALYTICS AND EXPLAINABLE AI</a:t>
            </a:r>
          </a:p>
        </p:txBody>
      </p:sp>
      <p:sp>
        <p:nvSpPr>
          <p:cNvPr id="74" name="Rectangle 49">
            <a:extLst>
              <a:ext uri="{FF2B5EF4-FFF2-40B4-BE49-F238E27FC236}">
                <a16:creationId xmlns:a16="http://schemas.microsoft.com/office/drawing/2014/main" id="{52FA041A-2E74-44BB-B4E4-DEE37BB4EA18}"/>
              </a:ext>
            </a:extLst>
          </p:cNvPr>
          <p:cNvSpPr>
            <a:spLocks noChangeArrowheads="1"/>
          </p:cNvSpPr>
          <p:nvPr/>
        </p:nvSpPr>
        <p:spPr bwMode="auto">
          <a:xfrm>
            <a:off x="14524838" y="31600549"/>
            <a:ext cx="11430000" cy="100013"/>
          </a:xfrm>
          <a:prstGeom prst="rect">
            <a:avLst/>
          </a:prstGeom>
          <a:solidFill>
            <a:srgbClr val="2163A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defTabSz="2193925">
              <a:defRPr sz="22200">
                <a:solidFill>
                  <a:schemeClr val="tx2"/>
                </a:solidFill>
                <a:latin typeface="Arial" panose="020B0604020202020204" pitchFamily="34" charset="0"/>
                <a:ea typeface="MS PGothic" panose="020B0600070205080204" pitchFamily="34" charset="-128"/>
              </a:defRPr>
            </a:lvl1pPr>
            <a:lvl2pPr marL="742950" indent="-285750" defTabSz="2193925">
              <a:defRPr sz="22200">
                <a:solidFill>
                  <a:schemeClr val="tx2"/>
                </a:solidFill>
                <a:latin typeface="Arial" panose="020B0604020202020204" pitchFamily="34" charset="0"/>
                <a:ea typeface="MS PGothic" panose="020B0600070205080204" pitchFamily="34" charset="-128"/>
              </a:defRPr>
            </a:lvl2pPr>
            <a:lvl3pPr marL="1143000" indent="-228600" defTabSz="2193925">
              <a:defRPr sz="22200">
                <a:solidFill>
                  <a:schemeClr val="tx2"/>
                </a:solidFill>
                <a:latin typeface="Arial" panose="020B0604020202020204" pitchFamily="34" charset="0"/>
                <a:ea typeface="MS PGothic" panose="020B0600070205080204" pitchFamily="34" charset="-128"/>
              </a:defRPr>
            </a:lvl3pPr>
            <a:lvl4pPr marL="1600200" indent="-228600" defTabSz="2193925">
              <a:defRPr sz="22200">
                <a:solidFill>
                  <a:schemeClr val="tx2"/>
                </a:solidFill>
                <a:latin typeface="Arial" panose="020B0604020202020204" pitchFamily="34" charset="0"/>
                <a:ea typeface="MS PGothic" panose="020B0600070205080204" pitchFamily="34" charset="-128"/>
              </a:defRPr>
            </a:lvl4pPr>
            <a:lvl5pPr marL="2057400" indent="-228600" defTabSz="2193925">
              <a:defRPr sz="22200">
                <a:solidFill>
                  <a:schemeClr val="tx2"/>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ctr" eaLnBrk="1" hangingPunct="1"/>
            <a:endParaRPr lang="en-US" altLang="en-US" sz="4000">
              <a:latin typeface="Times New Roman" panose="02020603050405020304" pitchFamily="18" charset="0"/>
              <a:cs typeface="Times New Roman" panose="02020603050405020304" pitchFamily="18" charset="0"/>
            </a:endParaRPr>
          </a:p>
        </p:txBody>
      </p:sp>
      <p:sp>
        <p:nvSpPr>
          <p:cNvPr id="76" name="Text Box 7">
            <a:extLst>
              <a:ext uri="{FF2B5EF4-FFF2-40B4-BE49-F238E27FC236}">
                <a16:creationId xmlns:a16="http://schemas.microsoft.com/office/drawing/2014/main" id="{C1612627-536D-40A8-A693-F4D9B339AE15}"/>
              </a:ext>
            </a:extLst>
          </p:cNvPr>
          <p:cNvSpPr txBox="1">
            <a:spLocks noChangeArrowheads="1"/>
          </p:cNvSpPr>
          <p:nvPr/>
        </p:nvSpPr>
        <p:spPr bwMode="auto">
          <a:xfrm>
            <a:off x="800105" y="29119707"/>
            <a:ext cx="12573000" cy="1116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1556" tIns="95778" rIns="191556" bIns="95778">
            <a:spAutoFit/>
          </a:bodyPr>
          <a:lstStyle>
            <a:lvl1pPr defTabSz="2193925">
              <a:defRPr sz="22200">
                <a:solidFill>
                  <a:schemeClr val="tx2"/>
                </a:solidFill>
                <a:latin typeface="Arial" panose="020B0604020202020204" pitchFamily="34" charset="0"/>
                <a:ea typeface="MS PGothic" panose="020B0600070205080204" pitchFamily="34" charset="-128"/>
              </a:defRPr>
            </a:lvl1pPr>
            <a:lvl2pPr marL="742950" indent="-285750" defTabSz="2193925">
              <a:defRPr sz="22200">
                <a:solidFill>
                  <a:schemeClr val="tx2"/>
                </a:solidFill>
                <a:latin typeface="Arial" panose="020B0604020202020204" pitchFamily="34" charset="0"/>
                <a:ea typeface="MS PGothic" panose="020B0600070205080204" pitchFamily="34" charset="-128"/>
              </a:defRPr>
            </a:lvl2pPr>
            <a:lvl3pPr marL="1143000" indent="-228600" defTabSz="2193925">
              <a:defRPr sz="22200">
                <a:solidFill>
                  <a:schemeClr val="tx2"/>
                </a:solidFill>
                <a:latin typeface="Arial" panose="020B0604020202020204" pitchFamily="34" charset="0"/>
                <a:ea typeface="MS PGothic" panose="020B0600070205080204" pitchFamily="34" charset="-128"/>
              </a:defRPr>
            </a:lvl3pPr>
            <a:lvl4pPr marL="1600200" indent="-228600" defTabSz="2193925">
              <a:defRPr sz="22200">
                <a:solidFill>
                  <a:schemeClr val="tx2"/>
                </a:solidFill>
                <a:latin typeface="Arial" panose="020B0604020202020204" pitchFamily="34" charset="0"/>
                <a:ea typeface="MS PGothic" panose="020B0600070205080204" pitchFamily="34" charset="-128"/>
              </a:defRPr>
            </a:lvl4pPr>
            <a:lvl5pPr marL="2057400" indent="-228600" defTabSz="2193925">
              <a:defRPr sz="22200">
                <a:solidFill>
                  <a:schemeClr val="tx2"/>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ctr" eaLnBrk="1" hangingPunct="1">
              <a:spcBef>
                <a:spcPct val="50000"/>
              </a:spcBef>
            </a:pPr>
            <a:r>
              <a:rPr lang="en-US" altLang="en-US" sz="6000" b="1" dirty="0">
                <a:solidFill>
                  <a:srgbClr val="0D0C0C"/>
                </a:solidFill>
                <a:latin typeface="Times New Roman" panose="02020603050405020304" pitchFamily="18" charset="0"/>
                <a:cs typeface="Times New Roman" panose="02020603050405020304" pitchFamily="18" charset="0"/>
              </a:rPr>
              <a:t>AIM AND OBJECTIVES</a:t>
            </a:r>
          </a:p>
        </p:txBody>
      </p:sp>
      <p:sp>
        <p:nvSpPr>
          <p:cNvPr id="77" name="Rectangle 49">
            <a:extLst>
              <a:ext uri="{FF2B5EF4-FFF2-40B4-BE49-F238E27FC236}">
                <a16:creationId xmlns:a16="http://schemas.microsoft.com/office/drawing/2014/main" id="{52FA041A-2E74-44BB-B4E4-DEE37BB4EA18}"/>
              </a:ext>
            </a:extLst>
          </p:cNvPr>
          <p:cNvSpPr>
            <a:spLocks noChangeArrowheads="1"/>
          </p:cNvSpPr>
          <p:nvPr/>
        </p:nvSpPr>
        <p:spPr bwMode="auto">
          <a:xfrm>
            <a:off x="1631154" y="30432476"/>
            <a:ext cx="11430000" cy="100013"/>
          </a:xfrm>
          <a:prstGeom prst="rect">
            <a:avLst/>
          </a:prstGeom>
          <a:solidFill>
            <a:schemeClr val="accent6">
              <a:lumMod val="60000"/>
              <a:lumOff val="40000"/>
            </a:schemeClr>
          </a:solidFill>
          <a:ln>
            <a:noFill/>
          </a:ln>
        </p:spPr>
        <p:txBody>
          <a:bodyPr/>
          <a:lstStyle>
            <a:lvl1pPr defTabSz="2193925">
              <a:defRPr sz="22200">
                <a:solidFill>
                  <a:schemeClr val="tx2"/>
                </a:solidFill>
                <a:latin typeface="Arial" panose="020B0604020202020204" pitchFamily="34" charset="0"/>
                <a:ea typeface="MS PGothic" panose="020B0600070205080204" pitchFamily="34" charset="-128"/>
              </a:defRPr>
            </a:lvl1pPr>
            <a:lvl2pPr marL="742950" indent="-285750" defTabSz="2193925">
              <a:defRPr sz="22200">
                <a:solidFill>
                  <a:schemeClr val="tx2"/>
                </a:solidFill>
                <a:latin typeface="Arial" panose="020B0604020202020204" pitchFamily="34" charset="0"/>
                <a:ea typeface="MS PGothic" panose="020B0600070205080204" pitchFamily="34" charset="-128"/>
              </a:defRPr>
            </a:lvl2pPr>
            <a:lvl3pPr marL="1143000" indent="-228600" defTabSz="2193925">
              <a:defRPr sz="22200">
                <a:solidFill>
                  <a:schemeClr val="tx2"/>
                </a:solidFill>
                <a:latin typeface="Arial" panose="020B0604020202020204" pitchFamily="34" charset="0"/>
                <a:ea typeface="MS PGothic" panose="020B0600070205080204" pitchFamily="34" charset="-128"/>
              </a:defRPr>
            </a:lvl3pPr>
            <a:lvl4pPr marL="1600200" indent="-228600" defTabSz="2193925">
              <a:defRPr sz="22200">
                <a:solidFill>
                  <a:schemeClr val="tx2"/>
                </a:solidFill>
                <a:latin typeface="Arial" panose="020B0604020202020204" pitchFamily="34" charset="0"/>
                <a:ea typeface="MS PGothic" panose="020B0600070205080204" pitchFamily="34" charset="-128"/>
              </a:defRPr>
            </a:lvl4pPr>
            <a:lvl5pPr marL="2057400" indent="-228600" defTabSz="2193925">
              <a:defRPr sz="22200">
                <a:solidFill>
                  <a:schemeClr val="tx2"/>
                </a:solidFill>
                <a:latin typeface="Arial" panose="020B0604020202020204" pitchFamily="34" charset="0"/>
                <a:ea typeface="MS PGothic" panose="020B0600070205080204" pitchFamily="34" charset="-128"/>
              </a:defRPr>
            </a:lvl5pPr>
            <a:lvl6pPr marL="25146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6pPr>
            <a:lvl7pPr marL="29718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7pPr>
            <a:lvl8pPr marL="34290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8pPr>
            <a:lvl9pPr marL="3886200" indent="-228600" defTabSz="2193925" eaLnBrk="0" fontAlgn="base" hangingPunct="0">
              <a:spcBef>
                <a:spcPct val="0"/>
              </a:spcBef>
              <a:spcAft>
                <a:spcPct val="0"/>
              </a:spcAft>
              <a:defRPr sz="22200">
                <a:solidFill>
                  <a:schemeClr val="tx2"/>
                </a:solidFill>
                <a:latin typeface="Arial" panose="020B0604020202020204" pitchFamily="34" charset="0"/>
                <a:ea typeface="MS PGothic" panose="020B0600070205080204" pitchFamily="34" charset="-128"/>
              </a:defRPr>
            </a:lvl9pPr>
          </a:lstStyle>
          <a:p>
            <a:pPr algn="ctr" eaLnBrk="1" hangingPunct="1"/>
            <a:endParaRPr lang="en-US" altLang="en-US" sz="4000">
              <a:latin typeface="Times New Roman" panose="02020603050405020304" pitchFamily="18" charset="0"/>
              <a:cs typeface="Times New Roman" panose="02020603050405020304" pitchFamily="18" charset="0"/>
            </a:endParaRPr>
          </a:p>
        </p:txBody>
      </p:sp>
      <p:sp>
        <p:nvSpPr>
          <p:cNvPr id="80" name="TextBox 79"/>
          <p:cNvSpPr txBox="1"/>
          <p:nvPr/>
        </p:nvSpPr>
        <p:spPr>
          <a:xfrm>
            <a:off x="27621258" y="17524362"/>
            <a:ext cx="8458200" cy="461665"/>
          </a:xfrm>
          <a:prstGeom prst="rect">
            <a:avLst/>
          </a:prstGeom>
          <a:noFill/>
        </p:spPr>
        <p:txBody>
          <a:bodyPr wrap="square" rtlCol="0">
            <a:spAutoFit/>
          </a:bodyPr>
          <a:lstStyle/>
          <a:p>
            <a:r>
              <a:rPr lang="en-US" sz="2400" dirty="0"/>
              <a:t>Figure 14: Bar Chart Comparison of Metrics</a:t>
            </a:r>
          </a:p>
        </p:txBody>
      </p:sp>
      <p:sp>
        <p:nvSpPr>
          <p:cNvPr id="82" name="TextBox 81"/>
          <p:cNvSpPr txBox="1"/>
          <p:nvPr/>
        </p:nvSpPr>
        <p:spPr>
          <a:xfrm>
            <a:off x="34781337" y="17904490"/>
            <a:ext cx="8458200" cy="461665"/>
          </a:xfrm>
          <a:prstGeom prst="rect">
            <a:avLst/>
          </a:prstGeom>
          <a:noFill/>
        </p:spPr>
        <p:txBody>
          <a:bodyPr wrap="square" rtlCol="0">
            <a:spAutoFit/>
          </a:bodyPr>
          <a:lstStyle/>
          <a:p>
            <a:r>
              <a:rPr lang="en-US" sz="2400" dirty="0"/>
              <a:t>Figure 16: Arrival Delay Distribution</a:t>
            </a:r>
          </a:p>
        </p:txBody>
      </p:sp>
      <p:sp>
        <p:nvSpPr>
          <p:cNvPr id="53" name="TextBox 52"/>
          <p:cNvSpPr txBox="1"/>
          <p:nvPr/>
        </p:nvSpPr>
        <p:spPr>
          <a:xfrm>
            <a:off x="7333727" y="28437191"/>
            <a:ext cx="9014472"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Figure 7: Explainable AI Evaluation Using SHAP </a:t>
            </a:r>
          </a:p>
        </p:txBody>
      </p:sp>
      <p:sp>
        <p:nvSpPr>
          <p:cNvPr id="55" name="TextBox 54"/>
          <p:cNvSpPr txBox="1"/>
          <p:nvPr/>
        </p:nvSpPr>
        <p:spPr>
          <a:xfrm>
            <a:off x="14440467" y="24606268"/>
            <a:ext cx="9014472"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Figure 9: </a:t>
            </a:r>
            <a:r>
              <a:rPr lang="fr-FR" sz="2400" dirty="0">
                <a:latin typeface="Times New Roman" panose="02020603050405020304" pitchFamily="18" charset="0"/>
                <a:cs typeface="Times New Roman" panose="02020603050405020304" pitchFamily="18" charset="0"/>
              </a:rPr>
              <a:t>LSTM Training vs Validation </a:t>
            </a:r>
            <a:r>
              <a:rPr lang="fr-FR" sz="2400" dirty="0" err="1">
                <a:latin typeface="Times New Roman" panose="02020603050405020304" pitchFamily="18" charset="0"/>
                <a:cs typeface="Times New Roman" panose="02020603050405020304" pitchFamily="18" charset="0"/>
              </a:rPr>
              <a:t>Loss</a:t>
            </a:r>
            <a:endParaRPr lang="en-US" sz="2400" dirty="0">
              <a:latin typeface="Times New Roman" panose="02020603050405020304" pitchFamily="18" charset="0"/>
              <a:cs typeface="Times New Roman" panose="02020603050405020304" pitchFamily="18" charset="0"/>
            </a:endParaRPr>
          </a:p>
        </p:txBody>
      </p:sp>
      <p:sp>
        <p:nvSpPr>
          <p:cNvPr id="63" name="TextBox 62"/>
          <p:cNvSpPr txBox="1"/>
          <p:nvPr/>
        </p:nvSpPr>
        <p:spPr>
          <a:xfrm>
            <a:off x="20642041" y="19720142"/>
            <a:ext cx="8458200" cy="461665"/>
          </a:xfrm>
          <a:prstGeom prst="rect">
            <a:avLst/>
          </a:prstGeom>
          <a:noFill/>
        </p:spPr>
        <p:txBody>
          <a:bodyPr wrap="square" rtlCol="0">
            <a:spAutoFit/>
          </a:bodyPr>
          <a:lstStyle/>
          <a:p>
            <a:r>
              <a:rPr lang="en-US" sz="2400" dirty="0"/>
              <a:t>Figure 11: Arrival Delay Distribution by Airline</a:t>
            </a:r>
          </a:p>
        </p:txBody>
      </p:sp>
      <p:sp>
        <p:nvSpPr>
          <p:cNvPr id="64" name="TextBox 63"/>
          <p:cNvSpPr txBox="1"/>
          <p:nvPr/>
        </p:nvSpPr>
        <p:spPr>
          <a:xfrm>
            <a:off x="535664" y="28497239"/>
            <a:ext cx="1097037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Figure 6: ROC Curve Comparison of ML Models</a:t>
            </a:r>
          </a:p>
        </p:txBody>
      </p:sp>
      <p:sp>
        <p:nvSpPr>
          <p:cNvPr id="65" name="TextBox 64"/>
          <p:cNvSpPr txBox="1"/>
          <p:nvPr/>
        </p:nvSpPr>
        <p:spPr>
          <a:xfrm>
            <a:off x="21122211" y="23357578"/>
            <a:ext cx="5288010" cy="830997"/>
          </a:xfrm>
          <a:prstGeom prst="rect">
            <a:avLst/>
          </a:prstGeom>
          <a:noFill/>
        </p:spPr>
        <p:txBody>
          <a:bodyPr wrap="square" rtlCol="0">
            <a:spAutoFit/>
          </a:bodyPr>
          <a:lstStyle/>
          <a:p>
            <a:pPr algn="ctr"/>
            <a:r>
              <a:rPr lang="en-US" sz="2400" dirty="0"/>
              <a:t>Figure 12:  LSTM Delay Prediction Over Time Window</a:t>
            </a:r>
          </a:p>
        </p:txBody>
      </p:sp>
      <p:pic>
        <p:nvPicPr>
          <p:cNvPr id="13" name="Picture 12"/>
          <p:cNvPicPr>
            <a:picLocks noChangeAspect="1"/>
          </p:cNvPicPr>
          <p:nvPr/>
        </p:nvPicPr>
        <p:blipFill>
          <a:blip r:embed="rId7"/>
          <a:stretch>
            <a:fillRect/>
          </a:stretch>
        </p:blipFill>
        <p:spPr>
          <a:xfrm>
            <a:off x="20718241" y="16622488"/>
            <a:ext cx="5687219" cy="2881537"/>
          </a:xfrm>
          <a:prstGeom prst="rect">
            <a:avLst/>
          </a:prstGeom>
        </p:spPr>
      </p:pic>
      <p:pic>
        <p:nvPicPr>
          <p:cNvPr id="22" name="Picture 21"/>
          <p:cNvPicPr>
            <a:picLocks noChangeAspect="1"/>
          </p:cNvPicPr>
          <p:nvPr/>
        </p:nvPicPr>
        <p:blipFill>
          <a:blip r:embed="rId8"/>
          <a:stretch>
            <a:fillRect/>
          </a:stretch>
        </p:blipFill>
        <p:spPr>
          <a:xfrm>
            <a:off x="20768911" y="20467712"/>
            <a:ext cx="5725467" cy="2663310"/>
          </a:xfrm>
          <a:prstGeom prst="rect">
            <a:avLst/>
          </a:prstGeom>
        </p:spPr>
      </p:pic>
      <p:pic>
        <p:nvPicPr>
          <p:cNvPr id="23" name="Picture 22"/>
          <p:cNvPicPr>
            <a:picLocks noChangeAspect="1"/>
          </p:cNvPicPr>
          <p:nvPr/>
        </p:nvPicPr>
        <p:blipFill>
          <a:blip r:embed="rId9"/>
          <a:stretch>
            <a:fillRect/>
          </a:stretch>
        </p:blipFill>
        <p:spPr>
          <a:xfrm>
            <a:off x="20931218" y="24364378"/>
            <a:ext cx="5440564" cy="3983411"/>
          </a:xfrm>
          <a:prstGeom prst="rect">
            <a:avLst/>
          </a:prstGeom>
        </p:spPr>
      </p:pic>
      <p:sp>
        <p:nvSpPr>
          <p:cNvPr id="68" name="TextBox 67"/>
          <p:cNvSpPr txBox="1"/>
          <p:nvPr/>
        </p:nvSpPr>
        <p:spPr>
          <a:xfrm>
            <a:off x="21313204" y="28577006"/>
            <a:ext cx="5288010" cy="830997"/>
          </a:xfrm>
          <a:prstGeom prst="rect">
            <a:avLst/>
          </a:prstGeom>
          <a:noFill/>
        </p:spPr>
        <p:txBody>
          <a:bodyPr wrap="square" rtlCol="0">
            <a:spAutoFit/>
          </a:bodyPr>
          <a:lstStyle/>
          <a:p>
            <a:pPr algn="ctr"/>
            <a:r>
              <a:rPr lang="en-US" sz="2400" dirty="0"/>
              <a:t>Figure 13:  LSTM: Actual </a:t>
            </a:r>
            <a:r>
              <a:rPr lang="en-US" sz="2400" dirty="0" err="1"/>
              <a:t>vs</a:t>
            </a:r>
            <a:r>
              <a:rPr lang="en-US" sz="2400" dirty="0"/>
              <a:t> Predicted Arrival Delay</a:t>
            </a:r>
          </a:p>
        </p:txBody>
      </p:sp>
      <p:pic>
        <p:nvPicPr>
          <p:cNvPr id="24" name="Picture 23"/>
          <p:cNvPicPr>
            <a:picLocks noChangeAspect="1"/>
          </p:cNvPicPr>
          <p:nvPr/>
        </p:nvPicPr>
        <p:blipFill>
          <a:blip r:embed="rId10"/>
          <a:stretch>
            <a:fillRect/>
          </a:stretch>
        </p:blipFill>
        <p:spPr>
          <a:xfrm>
            <a:off x="13799351" y="16781879"/>
            <a:ext cx="6309286" cy="2894645"/>
          </a:xfrm>
          <a:prstGeom prst="rect">
            <a:avLst/>
          </a:prstGeom>
        </p:spPr>
      </p:pic>
      <p:pic>
        <p:nvPicPr>
          <p:cNvPr id="25" name="Picture 24"/>
          <p:cNvPicPr>
            <a:picLocks noChangeAspect="1"/>
          </p:cNvPicPr>
          <p:nvPr/>
        </p:nvPicPr>
        <p:blipFill>
          <a:blip r:embed="rId11"/>
          <a:stretch>
            <a:fillRect/>
          </a:stretch>
        </p:blipFill>
        <p:spPr>
          <a:xfrm>
            <a:off x="14030300" y="20427666"/>
            <a:ext cx="5847387" cy="4005059"/>
          </a:xfrm>
          <a:prstGeom prst="rect">
            <a:avLst/>
          </a:prstGeom>
        </p:spPr>
      </p:pic>
      <p:pic>
        <p:nvPicPr>
          <p:cNvPr id="26" name="Picture 25"/>
          <p:cNvPicPr>
            <a:picLocks noChangeAspect="1"/>
          </p:cNvPicPr>
          <p:nvPr/>
        </p:nvPicPr>
        <p:blipFill>
          <a:blip r:embed="rId12"/>
          <a:stretch>
            <a:fillRect/>
          </a:stretch>
        </p:blipFill>
        <p:spPr>
          <a:xfrm>
            <a:off x="14015106" y="25199559"/>
            <a:ext cx="6063451" cy="3487020"/>
          </a:xfrm>
          <a:prstGeom prst="rect">
            <a:avLst/>
          </a:prstGeom>
        </p:spPr>
      </p:pic>
      <p:sp>
        <p:nvSpPr>
          <p:cNvPr id="71" name="TextBox 70"/>
          <p:cNvSpPr txBox="1"/>
          <p:nvPr/>
        </p:nvSpPr>
        <p:spPr>
          <a:xfrm>
            <a:off x="14707174" y="28761073"/>
            <a:ext cx="9014472"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Figure 10: </a:t>
            </a:r>
            <a:r>
              <a:rPr lang="fr-FR" sz="2400" dirty="0">
                <a:latin typeface="Times New Roman" panose="02020603050405020304" pitchFamily="18" charset="0"/>
                <a:cs typeface="Times New Roman" panose="02020603050405020304" pitchFamily="18" charset="0"/>
              </a:rPr>
              <a:t>LSTM </a:t>
            </a:r>
            <a:r>
              <a:rPr lang="fr-FR" sz="2400" dirty="0" err="1">
                <a:latin typeface="Times New Roman" panose="02020603050405020304" pitchFamily="18" charset="0"/>
                <a:cs typeface="Times New Roman" panose="02020603050405020304" pitchFamily="18" charset="0"/>
              </a:rPr>
              <a:t>delay</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prediction</a:t>
            </a:r>
            <a:endParaRPr lang="en-US" sz="2400" dirty="0">
              <a:latin typeface="Times New Roman" panose="02020603050405020304" pitchFamily="18" charset="0"/>
              <a:cs typeface="Times New Roman" panose="02020603050405020304" pitchFamily="18" charset="0"/>
            </a:endParaRPr>
          </a:p>
        </p:txBody>
      </p:sp>
      <p:pic>
        <p:nvPicPr>
          <p:cNvPr id="27" name="Picture 26"/>
          <p:cNvPicPr>
            <a:picLocks noChangeAspect="1"/>
          </p:cNvPicPr>
          <p:nvPr/>
        </p:nvPicPr>
        <p:blipFill>
          <a:blip r:embed="rId13"/>
          <a:stretch>
            <a:fillRect/>
          </a:stretch>
        </p:blipFill>
        <p:spPr>
          <a:xfrm>
            <a:off x="7832078" y="23248200"/>
            <a:ext cx="5217176" cy="5138613"/>
          </a:xfrm>
          <a:prstGeom prst="rect">
            <a:avLst/>
          </a:prstGeom>
        </p:spPr>
      </p:pic>
      <p:pic>
        <p:nvPicPr>
          <p:cNvPr id="28" name="Picture 27"/>
          <p:cNvPicPr>
            <a:picLocks noChangeAspect="1"/>
          </p:cNvPicPr>
          <p:nvPr/>
        </p:nvPicPr>
        <p:blipFill>
          <a:blip r:embed="rId14"/>
          <a:stretch>
            <a:fillRect/>
          </a:stretch>
        </p:blipFill>
        <p:spPr>
          <a:xfrm>
            <a:off x="1308134" y="24435267"/>
            <a:ext cx="4430236" cy="3901068"/>
          </a:xfrm>
          <a:prstGeom prst="rect">
            <a:avLst/>
          </a:prstGeom>
        </p:spPr>
      </p:pic>
      <p:pic>
        <p:nvPicPr>
          <p:cNvPr id="29" name="Picture 28"/>
          <p:cNvPicPr>
            <a:picLocks noChangeAspect="1"/>
          </p:cNvPicPr>
          <p:nvPr/>
        </p:nvPicPr>
        <p:blipFill>
          <a:blip r:embed="rId15"/>
          <a:stretch>
            <a:fillRect/>
          </a:stretch>
        </p:blipFill>
        <p:spPr>
          <a:xfrm>
            <a:off x="158652" y="19538716"/>
            <a:ext cx="3901912" cy="3660557"/>
          </a:xfrm>
          <a:prstGeom prst="rect">
            <a:avLst/>
          </a:prstGeom>
        </p:spPr>
      </p:pic>
      <p:pic>
        <p:nvPicPr>
          <p:cNvPr id="30" name="Picture 29"/>
          <p:cNvPicPr>
            <a:picLocks noChangeAspect="1"/>
          </p:cNvPicPr>
          <p:nvPr/>
        </p:nvPicPr>
        <p:blipFill>
          <a:blip r:embed="rId16"/>
          <a:stretch>
            <a:fillRect/>
          </a:stretch>
        </p:blipFill>
        <p:spPr>
          <a:xfrm>
            <a:off x="8791557" y="19271804"/>
            <a:ext cx="4014732" cy="2692929"/>
          </a:xfrm>
          <a:prstGeom prst="rect">
            <a:avLst/>
          </a:prstGeom>
        </p:spPr>
      </p:pic>
      <p:pic>
        <p:nvPicPr>
          <p:cNvPr id="31" name="Picture 30"/>
          <p:cNvPicPr>
            <a:picLocks noChangeAspect="1"/>
          </p:cNvPicPr>
          <p:nvPr/>
        </p:nvPicPr>
        <p:blipFill>
          <a:blip r:embed="rId17"/>
          <a:stretch>
            <a:fillRect/>
          </a:stretch>
        </p:blipFill>
        <p:spPr>
          <a:xfrm>
            <a:off x="4062517" y="19538716"/>
            <a:ext cx="3964112" cy="3593054"/>
          </a:xfrm>
          <a:prstGeom prst="rect">
            <a:avLst/>
          </a:prstGeom>
        </p:spPr>
      </p:pic>
      <p:sp>
        <p:nvSpPr>
          <p:cNvPr id="78" name="TextBox 77"/>
          <p:cNvSpPr txBox="1"/>
          <p:nvPr/>
        </p:nvSpPr>
        <p:spPr>
          <a:xfrm>
            <a:off x="3377949" y="23371162"/>
            <a:ext cx="4395625" cy="830997"/>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Figure 4: Logistic regression confusion matrix</a:t>
            </a:r>
          </a:p>
        </p:txBody>
      </p:sp>
      <p:sp>
        <p:nvSpPr>
          <p:cNvPr id="79" name="TextBox 78"/>
          <p:cNvSpPr txBox="1"/>
          <p:nvPr/>
        </p:nvSpPr>
        <p:spPr>
          <a:xfrm>
            <a:off x="1892462" y="18530066"/>
            <a:ext cx="4395625" cy="830997"/>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Figure 1: Distance </a:t>
            </a:r>
            <a:r>
              <a:rPr lang="en-US" sz="2400" dirty="0" err="1">
                <a:latin typeface="Times New Roman" panose="02020603050405020304" pitchFamily="18" charset="0"/>
                <a:cs typeface="Times New Roman" panose="02020603050405020304" pitchFamily="18" charset="0"/>
              </a:rPr>
              <a:t>vs</a:t>
            </a:r>
            <a:r>
              <a:rPr lang="en-US" sz="2400" dirty="0">
                <a:latin typeface="Times New Roman" panose="02020603050405020304" pitchFamily="18" charset="0"/>
                <a:cs typeface="Times New Roman" panose="02020603050405020304" pitchFamily="18" charset="0"/>
              </a:rPr>
              <a:t> Arrival Delay</a:t>
            </a:r>
          </a:p>
        </p:txBody>
      </p:sp>
      <p:pic>
        <p:nvPicPr>
          <p:cNvPr id="33" name="Picture 32"/>
          <p:cNvPicPr>
            <a:picLocks noChangeAspect="1"/>
          </p:cNvPicPr>
          <p:nvPr/>
        </p:nvPicPr>
        <p:blipFill>
          <a:blip r:embed="rId18"/>
          <a:stretch>
            <a:fillRect/>
          </a:stretch>
        </p:blipFill>
        <p:spPr>
          <a:xfrm>
            <a:off x="584626" y="16117762"/>
            <a:ext cx="6537925" cy="2187365"/>
          </a:xfrm>
          <a:prstGeom prst="rect">
            <a:avLst/>
          </a:prstGeom>
        </p:spPr>
      </p:pic>
      <p:pic>
        <p:nvPicPr>
          <p:cNvPr id="34" name="Picture 33"/>
          <p:cNvPicPr>
            <a:picLocks noChangeAspect="1"/>
          </p:cNvPicPr>
          <p:nvPr/>
        </p:nvPicPr>
        <p:blipFill>
          <a:blip r:embed="rId19"/>
          <a:stretch>
            <a:fillRect/>
          </a:stretch>
        </p:blipFill>
        <p:spPr>
          <a:xfrm>
            <a:off x="27165300" y="13392908"/>
            <a:ext cx="6596848" cy="4045307"/>
          </a:xfrm>
          <a:prstGeom prst="rect">
            <a:avLst/>
          </a:prstGeom>
        </p:spPr>
      </p:pic>
      <p:pic>
        <p:nvPicPr>
          <p:cNvPr id="35" name="Picture 34"/>
          <p:cNvPicPr>
            <a:picLocks noChangeAspect="1"/>
          </p:cNvPicPr>
          <p:nvPr/>
        </p:nvPicPr>
        <p:blipFill>
          <a:blip r:embed="rId20"/>
          <a:stretch>
            <a:fillRect/>
          </a:stretch>
        </p:blipFill>
        <p:spPr>
          <a:xfrm>
            <a:off x="7998850" y="15225824"/>
            <a:ext cx="4392953" cy="3340205"/>
          </a:xfrm>
          <a:prstGeom prst="rect">
            <a:avLst/>
          </a:prstGeom>
        </p:spPr>
      </p:pic>
      <p:sp>
        <p:nvSpPr>
          <p:cNvPr id="83" name="TextBox 82"/>
          <p:cNvSpPr txBox="1"/>
          <p:nvPr/>
        </p:nvSpPr>
        <p:spPr>
          <a:xfrm>
            <a:off x="7834384" y="18494518"/>
            <a:ext cx="4395625"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Figure 2: Dataset information</a:t>
            </a:r>
          </a:p>
        </p:txBody>
      </p:sp>
      <p:pic>
        <p:nvPicPr>
          <p:cNvPr id="36" name="Picture 35"/>
          <p:cNvPicPr>
            <a:picLocks noChangeAspect="1"/>
          </p:cNvPicPr>
          <p:nvPr/>
        </p:nvPicPr>
        <p:blipFill>
          <a:blip r:embed="rId21"/>
          <a:stretch>
            <a:fillRect/>
          </a:stretch>
        </p:blipFill>
        <p:spPr>
          <a:xfrm>
            <a:off x="34338636" y="13306760"/>
            <a:ext cx="5856864" cy="4320743"/>
          </a:xfrm>
          <a:prstGeom prst="rect">
            <a:avLst/>
          </a:prstGeom>
        </p:spPr>
      </p:pic>
      <p:pic>
        <p:nvPicPr>
          <p:cNvPr id="37" name="Picture 36"/>
          <p:cNvPicPr>
            <a:picLocks noChangeAspect="1"/>
          </p:cNvPicPr>
          <p:nvPr/>
        </p:nvPicPr>
        <p:blipFill>
          <a:blip r:embed="rId22"/>
          <a:stretch>
            <a:fillRect/>
          </a:stretch>
        </p:blipFill>
        <p:spPr>
          <a:xfrm>
            <a:off x="27203401" y="18296484"/>
            <a:ext cx="6361570" cy="4724861"/>
          </a:xfrm>
          <a:prstGeom prst="rect">
            <a:avLst/>
          </a:prstGeom>
        </p:spPr>
      </p:pic>
      <p:sp>
        <p:nvSpPr>
          <p:cNvPr id="86" name="TextBox 85"/>
          <p:cNvSpPr txBox="1"/>
          <p:nvPr/>
        </p:nvSpPr>
        <p:spPr>
          <a:xfrm>
            <a:off x="27544589" y="23119455"/>
            <a:ext cx="8458200" cy="461665"/>
          </a:xfrm>
          <a:prstGeom prst="rect">
            <a:avLst/>
          </a:prstGeom>
          <a:noFill/>
        </p:spPr>
        <p:txBody>
          <a:bodyPr wrap="square" rtlCol="0">
            <a:spAutoFit/>
          </a:bodyPr>
          <a:lstStyle/>
          <a:p>
            <a:r>
              <a:rPr lang="en-US" sz="2400" dirty="0"/>
              <a:t>Figure 15: Average Delay Probability by Airline</a:t>
            </a:r>
          </a:p>
        </p:txBody>
      </p:sp>
      <p:pic>
        <p:nvPicPr>
          <p:cNvPr id="38" name="Picture 37"/>
          <p:cNvPicPr>
            <a:picLocks noChangeAspect="1"/>
          </p:cNvPicPr>
          <p:nvPr/>
        </p:nvPicPr>
        <p:blipFill>
          <a:blip r:embed="rId23"/>
          <a:stretch>
            <a:fillRect/>
          </a:stretch>
        </p:blipFill>
        <p:spPr>
          <a:xfrm>
            <a:off x="33631153" y="18954497"/>
            <a:ext cx="6488147" cy="2884548"/>
          </a:xfrm>
          <a:prstGeom prst="rect">
            <a:avLst/>
          </a:prstGeom>
        </p:spPr>
      </p:pic>
      <p:sp>
        <p:nvSpPr>
          <p:cNvPr id="88" name="TextBox 87"/>
          <p:cNvSpPr txBox="1"/>
          <p:nvPr/>
        </p:nvSpPr>
        <p:spPr>
          <a:xfrm>
            <a:off x="33566101" y="22055809"/>
            <a:ext cx="8458200" cy="461665"/>
          </a:xfrm>
          <a:prstGeom prst="rect">
            <a:avLst/>
          </a:prstGeom>
          <a:noFill/>
        </p:spPr>
        <p:txBody>
          <a:bodyPr wrap="square" rtlCol="0">
            <a:spAutoFit/>
          </a:bodyPr>
          <a:lstStyle/>
          <a:p>
            <a:r>
              <a:rPr lang="en-US" sz="2400" dirty="0"/>
              <a:t>Figure 17: Probability of Delay by Departure Hour</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2193925" rtl="0" eaLnBrk="1" fontAlgn="base" latinLnBrk="0" hangingPunct="1">
          <a:lnSpc>
            <a:spcPct val="100000"/>
          </a:lnSpc>
          <a:spcBef>
            <a:spcPct val="0"/>
          </a:spcBef>
          <a:spcAft>
            <a:spcPct val="0"/>
          </a:spcAft>
          <a:buClrTx/>
          <a:buSzTx/>
          <a:buFontTx/>
          <a:buNone/>
          <a:tabLst/>
          <a:defRPr kumimoji="0" lang="en-US" sz="10600" b="0" i="0" u="none" strike="noStrike" cap="none" normalizeH="0" baseline="0">
            <a:ln>
              <a:noFill/>
            </a:ln>
            <a:solidFill>
              <a:schemeClr val="tx2"/>
            </a:solidFill>
            <a:effectLst/>
            <a:latin typeface="Arial" pitchFamily="-65"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2193925" rtl="0" eaLnBrk="1" fontAlgn="base" latinLnBrk="0" hangingPunct="1">
          <a:lnSpc>
            <a:spcPct val="100000"/>
          </a:lnSpc>
          <a:spcBef>
            <a:spcPct val="0"/>
          </a:spcBef>
          <a:spcAft>
            <a:spcPct val="0"/>
          </a:spcAft>
          <a:buClrTx/>
          <a:buSzTx/>
          <a:buFontTx/>
          <a:buNone/>
          <a:tabLst/>
          <a:defRPr kumimoji="0" lang="en-US" sz="10600" b="0" i="0" u="none" strike="noStrike" cap="none" normalizeH="0" baseline="0">
            <a:ln>
              <a:noFill/>
            </a:ln>
            <a:solidFill>
              <a:schemeClr val="tx2"/>
            </a:solidFill>
            <a:effectLst/>
            <a:latin typeface="Arial" pitchFamily="-65"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B7202EE7DF2754AB363437C50FB568B" ma:contentTypeVersion="13" ma:contentTypeDescription="Create a new document." ma:contentTypeScope="" ma:versionID="78b19e2dbaa6cae48ba0268644db187d">
  <xsd:schema xmlns:xsd="http://www.w3.org/2001/XMLSchema" xmlns:xs="http://www.w3.org/2001/XMLSchema" xmlns:p="http://schemas.microsoft.com/office/2006/metadata/properties" xmlns:ns3="3829850a-2b25-4f57-9dc9-7dbfa557691e" xmlns:ns4="52f16efb-c25e-4787-ac58-d86cdc4109e7" targetNamespace="http://schemas.microsoft.com/office/2006/metadata/properties" ma:root="true" ma:fieldsID="685450a2e867fe99da436618bc972568" ns3:_="" ns4:_="">
    <xsd:import namespace="3829850a-2b25-4f57-9dc9-7dbfa557691e"/>
    <xsd:import namespace="52f16efb-c25e-4787-ac58-d86cdc4109e7"/>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3:MediaServiceLocation"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29850a-2b25-4f57-9dc9-7dbfa55769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2f16efb-c25e-4787-ac58-d86cdc4109e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A560AC-65D5-496F-A17F-1A3CE1E3F1F6}">
  <ds:schemaRefs>
    <ds:schemaRef ds:uri="http://schemas.microsoft.com/office/infopath/2007/PartnerControls"/>
    <ds:schemaRef ds:uri="3829850a-2b25-4f57-9dc9-7dbfa557691e"/>
    <ds:schemaRef ds:uri="http://schemas.openxmlformats.org/package/2006/metadata/core-properties"/>
    <ds:schemaRef ds:uri="http://www.w3.org/XML/1998/namespace"/>
    <ds:schemaRef ds:uri="http://schemas.microsoft.com/office/2006/documentManagement/types"/>
    <ds:schemaRef ds:uri="52f16efb-c25e-4787-ac58-d86cdc4109e7"/>
    <ds:schemaRef ds:uri="http://purl.org/dc/terms/"/>
    <ds:schemaRef ds:uri="http://schemas.microsoft.com/office/2006/metadata/properties"/>
    <ds:schemaRef ds:uri="http://purl.org/dc/dcmitype/"/>
    <ds:schemaRef ds:uri="http://purl.org/dc/elements/1.1/"/>
  </ds:schemaRefs>
</ds:datastoreItem>
</file>

<file path=customXml/itemProps2.xml><?xml version="1.0" encoding="utf-8"?>
<ds:datastoreItem xmlns:ds="http://schemas.openxmlformats.org/officeDocument/2006/customXml" ds:itemID="{E1DB68FB-3304-43DC-8371-E27ED0CD425E}">
  <ds:schemaRefs>
    <ds:schemaRef ds:uri="http://schemas.microsoft.com/sharepoint/v3/contenttype/forms"/>
  </ds:schemaRefs>
</ds:datastoreItem>
</file>

<file path=customXml/itemProps3.xml><?xml version="1.0" encoding="utf-8"?>
<ds:datastoreItem xmlns:ds="http://schemas.openxmlformats.org/officeDocument/2006/customXml" ds:itemID="{BC5E839C-42C3-4BEA-AF47-0C29FA1EBC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29850a-2b25-4f57-9dc9-7dbfa557691e"/>
    <ds:schemaRef ds:uri="52f16efb-c25e-4787-ac58-d86cdc4109e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122</TotalTime>
  <Words>787</Words>
  <Application>Microsoft Office PowerPoint</Application>
  <PresentationFormat>Custom</PresentationFormat>
  <Paragraphs>46</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Times New Roman</vt:lpstr>
      <vt:lpstr>Default Design</vt:lpstr>
      <vt:lpstr>PowerPoint Presentation</vt:lpstr>
    </vt:vector>
  </TitlesOfParts>
  <Company>SciFor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HARSHITH KONATHAM</dc:creator>
  <cp:lastModifiedBy>HARSHITH KONATHAM</cp:lastModifiedBy>
  <cp:revision>1</cp:revision>
  <dcterms:created xsi:type="dcterms:W3CDTF">2003-12-17T18:44:28Z</dcterms:created>
  <dcterms:modified xsi:type="dcterms:W3CDTF">2026-01-12T10:57:26Z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0x0101007B7202EE7DF2754AB363437C50FB568B</vt:lpwstr>
  </property>
</Properties>
</file>